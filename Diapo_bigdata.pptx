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9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0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91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itouan\Documents\PERSO\M2%20IEF\BIG%20DATA\Porjet%20data\fnspid_data\prices_sample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aseline="0"/>
              <a:t>Adjusted close - Tesla 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9.1311190759173974E-2"/>
          <c:y val="0.19486111111111112"/>
          <c:w val="0.88203260412023965"/>
          <c:h val="0.59360892388451447"/>
        </c:manualLayout>
      </c:layout>
      <c:lineChart>
        <c:grouping val="standard"/>
        <c:varyColors val="0"/>
        <c:ser>
          <c:idx val="0"/>
          <c:order val="0"/>
          <c:tx>
            <c:strRef>
              <c:f>prices_sample!$F$1</c:f>
              <c:strCache>
                <c:ptCount val="1"/>
                <c:pt idx="0">
                  <c:v>adj close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prices_sample!$A$2:$A$55406</c:f>
              <c:numCache>
                <c:formatCode>m/d/yyyy</c:formatCode>
                <c:ptCount val="756"/>
                <c:pt idx="0">
                  <c:v>44196</c:v>
                </c:pt>
                <c:pt idx="1">
                  <c:v>44195</c:v>
                </c:pt>
                <c:pt idx="2">
                  <c:v>44194</c:v>
                </c:pt>
                <c:pt idx="3">
                  <c:v>44193</c:v>
                </c:pt>
                <c:pt idx="4">
                  <c:v>44189</c:v>
                </c:pt>
                <c:pt idx="5">
                  <c:v>44188</c:v>
                </c:pt>
                <c:pt idx="6">
                  <c:v>44187</c:v>
                </c:pt>
                <c:pt idx="7">
                  <c:v>44186</c:v>
                </c:pt>
                <c:pt idx="8">
                  <c:v>44183</c:v>
                </c:pt>
                <c:pt idx="9">
                  <c:v>44182</c:v>
                </c:pt>
                <c:pt idx="10">
                  <c:v>44181</c:v>
                </c:pt>
                <c:pt idx="11">
                  <c:v>44180</c:v>
                </c:pt>
                <c:pt idx="12">
                  <c:v>44179</c:v>
                </c:pt>
                <c:pt idx="13">
                  <c:v>44176</c:v>
                </c:pt>
                <c:pt idx="14">
                  <c:v>44175</c:v>
                </c:pt>
                <c:pt idx="15">
                  <c:v>44174</c:v>
                </c:pt>
                <c:pt idx="16">
                  <c:v>44173</c:v>
                </c:pt>
                <c:pt idx="17">
                  <c:v>44172</c:v>
                </c:pt>
                <c:pt idx="18">
                  <c:v>44169</c:v>
                </c:pt>
                <c:pt idx="19">
                  <c:v>44168</c:v>
                </c:pt>
                <c:pt idx="20">
                  <c:v>44167</c:v>
                </c:pt>
                <c:pt idx="21">
                  <c:v>44166</c:v>
                </c:pt>
                <c:pt idx="22">
                  <c:v>44165</c:v>
                </c:pt>
                <c:pt idx="23">
                  <c:v>44162</c:v>
                </c:pt>
                <c:pt idx="24">
                  <c:v>44160</c:v>
                </c:pt>
                <c:pt idx="25">
                  <c:v>44159</c:v>
                </c:pt>
                <c:pt idx="26">
                  <c:v>44158</c:v>
                </c:pt>
                <c:pt idx="27">
                  <c:v>44155</c:v>
                </c:pt>
                <c:pt idx="28">
                  <c:v>44154</c:v>
                </c:pt>
                <c:pt idx="29">
                  <c:v>44153</c:v>
                </c:pt>
                <c:pt idx="30">
                  <c:v>44152</c:v>
                </c:pt>
                <c:pt idx="31">
                  <c:v>44151</c:v>
                </c:pt>
                <c:pt idx="32">
                  <c:v>44148</c:v>
                </c:pt>
                <c:pt idx="33">
                  <c:v>44147</c:v>
                </c:pt>
                <c:pt idx="34">
                  <c:v>44146</c:v>
                </c:pt>
                <c:pt idx="35">
                  <c:v>44145</c:v>
                </c:pt>
                <c:pt idx="36">
                  <c:v>44144</c:v>
                </c:pt>
                <c:pt idx="37">
                  <c:v>44141</c:v>
                </c:pt>
                <c:pt idx="38">
                  <c:v>44140</c:v>
                </c:pt>
                <c:pt idx="39">
                  <c:v>44139</c:v>
                </c:pt>
                <c:pt idx="40">
                  <c:v>44138</c:v>
                </c:pt>
                <c:pt idx="41">
                  <c:v>44137</c:v>
                </c:pt>
                <c:pt idx="42">
                  <c:v>44134</c:v>
                </c:pt>
                <c:pt idx="43">
                  <c:v>44133</c:v>
                </c:pt>
                <c:pt idx="44">
                  <c:v>44132</c:v>
                </c:pt>
                <c:pt idx="45">
                  <c:v>44131</c:v>
                </c:pt>
                <c:pt idx="46">
                  <c:v>44130</c:v>
                </c:pt>
                <c:pt idx="47">
                  <c:v>44127</c:v>
                </c:pt>
                <c:pt idx="48">
                  <c:v>44126</c:v>
                </c:pt>
                <c:pt idx="49">
                  <c:v>44125</c:v>
                </c:pt>
                <c:pt idx="50">
                  <c:v>44124</c:v>
                </c:pt>
                <c:pt idx="51">
                  <c:v>44123</c:v>
                </c:pt>
                <c:pt idx="52">
                  <c:v>44120</c:v>
                </c:pt>
                <c:pt idx="53">
                  <c:v>44119</c:v>
                </c:pt>
                <c:pt idx="54">
                  <c:v>44118</c:v>
                </c:pt>
                <c:pt idx="55">
                  <c:v>44117</c:v>
                </c:pt>
                <c:pt idx="56">
                  <c:v>44116</c:v>
                </c:pt>
                <c:pt idx="57">
                  <c:v>44113</c:v>
                </c:pt>
                <c:pt idx="58">
                  <c:v>44112</c:v>
                </c:pt>
                <c:pt idx="59">
                  <c:v>44111</c:v>
                </c:pt>
                <c:pt idx="60">
                  <c:v>44110</c:v>
                </c:pt>
                <c:pt idx="61">
                  <c:v>44109</c:v>
                </c:pt>
                <c:pt idx="62">
                  <c:v>44106</c:v>
                </c:pt>
                <c:pt idx="63">
                  <c:v>44105</c:v>
                </c:pt>
                <c:pt idx="64">
                  <c:v>44104</c:v>
                </c:pt>
                <c:pt idx="65">
                  <c:v>44103</c:v>
                </c:pt>
                <c:pt idx="66">
                  <c:v>44102</c:v>
                </c:pt>
                <c:pt idx="67">
                  <c:v>44099</c:v>
                </c:pt>
                <c:pt idx="68">
                  <c:v>44098</c:v>
                </c:pt>
                <c:pt idx="69">
                  <c:v>44097</c:v>
                </c:pt>
                <c:pt idx="70">
                  <c:v>44096</c:v>
                </c:pt>
                <c:pt idx="71">
                  <c:v>44095</c:v>
                </c:pt>
                <c:pt idx="72">
                  <c:v>44092</c:v>
                </c:pt>
                <c:pt idx="73">
                  <c:v>44091</c:v>
                </c:pt>
                <c:pt idx="74">
                  <c:v>44090</c:v>
                </c:pt>
                <c:pt idx="75">
                  <c:v>44089</c:v>
                </c:pt>
                <c:pt idx="76">
                  <c:v>44088</c:v>
                </c:pt>
                <c:pt idx="77">
                  <c:v>44085</c:v>
                </c:pt>
                <c:pt idx="78">
                  <c:v>44084</c:v>
                </c:pt>
                <c:pt idx="79">
                  <c:v>44083</c:v>
                </c:pt>
                <c:pt idx="80">
                  <c:v>44082</c:v>
                </c:pt>
                <c:pt idx="81">
                  <c:v>44078</c:v>
                </c:pt>
                <c:pt idx="82">
                  <c:v>44077</c:v>
                </c:pt>
                <c:pt idx="83">
                  <c:v>44076</c:v>
                </c:pt>
                <c:pt idx="84">
                  <c:v>44075</c:v>
                </c:pt>
                <c:pt idx="85">
                  <c:v>44074</c:v>
                </c:pt>
                <c:pt idx="86">
                  <c:v>44071</c:v>
                </c:pt>
                <c:pt idx="87">
                  <c:v>44070</c:v>
                </c:pt>
                <c:pt idx="88">
                  <c:v>44069</c:v>
                </c:pt>
                <c:pt idx="89">
                  <c:v>44068</c:v>
                </c:pt>
                <c:pt idx="90">
                  <c:v>44067</c:v>
                </c:pt>
                <c:pt idx="91">
                  <c:v>44064</c:v>
                </c:pt>
                <c:pt idx="92">
                  <c:v>44063</c:v>
                </c:pt>
                <c:pt idx="93">
                  <c:v>44062</c:v>
                </c:pt>
                <c:pt idx="94">
                  <c:v>44061</c:v>
                </c:pt>
                <c:pt idx="95">
                  <c:v>44060</c:v>
                </c:pt>
                <c:pt idx="96">
                  <c:v>44057</c:v>
                </c:pt>
                <c:pt idx="97">
                  <c:v>44056</c:v>
                </c:pt>
                <c:pt idx="98">
                  <c:v>44055</c:v>
                </c:pt>
                <c:pt idx="99">
                  <c:v>44054</c:v>
                </c:pt>
                <c:pt idx="100">
                  <c:v>44053</c:v>
                </c:pt>
                <c:pt idx="101">
                  <c:v>44050</c:v>
                </c:pt>
                <c:pt idx="102">
                  <c:v>44049</c:v>
                </c:pt>
                <c:pt idx="103">
                  <c:v>44048</c:v>
                </c:pt>
                <c:pt idx="104">
                  <c:v>44047</c:v>
                </c:pt>
                <c:pt idx="105">
                  <c:v>44046</c:v>
                </c:pt>
                <c:pt idx="106">
                  <c:v>44043</c:v>
                </c:pt>
                <c:pt idx="107">
                  <c:v>44042</c:v>
                </c:pt>
                <c:pt idx="108">
                  <c:v>44041</c:v>
                </c:pt>
                <c:pt idx="109">
                  <c:v>44040</c:v>
                </c:pt>
                <c:pt idx="110">
                  <c:v>44039</c:v>
                </c:pt>
                <c:pt idx="111">
                  <c:v>44036</c:v>
                </c:pt>
                <c:pt idx="112">
                  <c:v>44035</c:v>
                </c:pt>
                <c:pt idx="113">
                  <c:v>44034</c:v>
                </c:pt>
                <c:pt idx="114">
                  <c:v>44033</c:v>
                </c:pt>
                <c:pt idx="115">
                  <c:v>44032</c:v>
                </c:pt>
                <c:pt idx="116">
                  <c:v>44029</c:v>
                </c:pt>
                <c:pt idx="117">
                  <c:v>44028</c:v>
                </c:pt>
                <c:pt idx="118">
                  <c:v>44027</c:v>
                </c:pt>
                <c:pt idx="119">
                  <c:v>44026</c:v>
                </c:pt>
                <c:pt idx="120">
                  <c:v>44025</c:v>
                </c:pt>
                <c:pt idx="121">
                  <c:v>44022</c:v>
                </c:pt>
                <c:pt idx="122">
                  <c:v>44021</c:v>
                </c:pt>
                <c:pt idx="123">
                  <c:v>44020</c:v>
                </c:pt>
                <c:pt idx="124">
                  <c:v>44019</c:v>
                </c:pt>
                <c:pt idx="125">
                  <c:v>44018</c:v>
                </c:pt>
                <c:pt idx="126">
                  <c:v>44014</c:v>
                </c:pt>
                <c:pt idx="127">
                  <c:v>44013</c:v>
                </c:pt>
                <c:pt idx="128">
                  <c:v>44012</c:v>
                </c:pt>
                <c:pt idx="129">
                  <c:v>44011</c:v>
                </c:pt>
                <c:pt idx="130">
                  <c:v>44008</c:v>
                </c:pt>
                <c:pt idx="131">
                  <c:v>44007</c:v>
                </c:pt>
                <c:pt idx="132">
                  <c:v>44006</c:v>
                </c:pt>
                <c:pt idx="133">
                  <c:v>44005</c:v>
                </c:pt>
                <c:pt idx="134">
                  <c:v>44004</c:v>
                </c:pt>
                <c:pt idx="135">
                  <c:v>44001</c:v>
                </c:pt>
                <c:pt idx="136">
                  <c:v>44000</c:v>
                </c:pt>
                <c:pt idx="137">
                  <c:v>43999</c:v>
                </c:pt>
                <c:pt idx="138">
                  <c:v>43998</c:v>
                </c:pt>
                <c:pt idx="139">
                  <c:v>43997</c:v>
                </c:pt>
                <c:pt idx="140">
                  <c:v>43994</c:v>
                </c:pt>
                <c:pt idx="141">
                  <c:v>43993</c:v>
                </c:pt>
                <c:pt idx="142">
                  <c:v>43992</c:v>
                </c:pt>
                <c:pt idx="143">
                  <c:v>43991</c:v>
                </c:pt>
                <c:pt idx="144">
                  <c:v>43990</c:v>
                </c:pt>
                <c:pt idx="145">
                  <c:v>43987</c:v>
                </c:pt>
                <c:pt idx="146">
                  <c:v>43986</c:v>
                </c:pt>
                <c:pt idx="147">
                  <c:v>43985</c:v>
                </c:pt>
                <c:pt idx="148">
                  <c:v>43984</c:v>
                </c:pt>
                <c:pt idx="149">
                  <c:v>43983</c:v>
                </c:pt>
                <c:pt idx="150">
                  <c:v>43980</c:v>
                </c:pt>
                <c:pt idx="151">
                  <c:v>43979</c:v>
                </c:pt>
                <c:pt idx="152">
                  <c:v>43978</c:v>
                </c:pt>
                <c:pt idx="153">
                  <c:v>43977</c:v>
                </c:pt>
                <c:pt idx="154">
                  <c:v>43973</c:v>
                </c:pt>
                <c:pt idx="155">
                  <c:v>43972</c:v>
                </c:pt>
                <c:pt idx="156">
                  <c:v>43971</c:v>
                </c:pt>
                <c:pt idx="157">
                  <c:v>43970</c:v>
                </c:pt>
                <c:pt idx="158">
                  <c:v>43969</c:v>
                </c:pt>
                <c:pt idx="159">
                  <c:v>43966</c:v>
                </c:pt>
                <c:pt idx="160">
                  <c:v>43965</c:v>
                </c:pt>
                <c:pt idx="161">
                  <c:v>43964</c:v>
                </c:pt>
                <c:pt idx="162">
                  <c:v>43963</c:v>
                </c:pt>
                <c:pt idx="163">
                  <c:v>43962</c:v>
                </c:pt>
                <c:pt idx="164">
                  <c:v>43959</c:v>
                </c:pt>
                <c:pt idx="165">
                  <c:v>43958</c:v>
                </c:pt>
                <c:pt idx="166">
                  <c:v>43957</c:v>
                </c:pt>
                <c:pt idx="167">
                  <c:v>43956</c:v>
                </c:pt>
                <c:pt idx="168">
                  <c:v>43955</c:v>
                </c:pt>
                <c:pt idx="169">
                  <c:v>43952</c:v>
                </c:pt>
                <c:pt idx="170">
                  <c:v>43951</c:v>
                </c:pt>
                <c:pt idx="171">
                  <c:v>43950</c:v>
                </c:pt>
                <c:pt idx="172">
                  <c:v>43949</c:v>
                </c:pt>
                <c:pt idx="173">
                  <c:v>43948</c:v>
                </c:pt>
                <c:pt idx="174">
                  <c:v>43945</c:v>
                </c:pt>
                <c:pt idx="175">
                  <c:v>43944</c:v>
                </c:pt>
                <c:pt idx="176">
                  <c:v>43943</c:v>
                </c:pt>
                <c:pt idx="177">
                  <c:v>43942</c:v>
                </c:pt>
                <c:pt idx="178">
                  <c:v>43941</c:v>
                </c:pt>
                <c:pt idx="179">
                  <c:v>43938</c:v>
                </c:pt>
                <c:pt idx="180">
                  <c:v>43937</c:v>
                </c:pt>
                <c:pt idx="181">
                  <c:v>43936</c:v>
                </c:pt>
                <c:pt idx="182">
                  <c:v>43935</c:v>
                </c:pt>
                <c:pt idx="183">
                  <c:v>43934</c:v>
                </c:pt>
                <c:pt idx="184">
                  <c:v>43930</c:v>
                </c:pt>
                <c:pt idx="185">
                  <c:v>43929</c:v>
                </c:pt>
                <c:pt idx="186">
                  <c:v>43928</c:v>
                </c:pt>
                <c:pt idx="187">
                  <c:v>43927</c:v>
                </c:pt>
                <c:pt idx="188">
                  <c:v>43924</c:v>
                </c:pt>
                <c:pt idx="189">
                  <c:v>43923</c:v>
                </c:pt>
                <c:pt idx="190">
                  <c:v>43922</c:v>
                </c:pt>
                <c:pt idx="191">
                  <c:v>43921</c:v>
                </c:pt>
                <c:pt idx="192">
                  <c:v>43920</c:v>
                </c:pt>
                <c:pt idx="193">
                  <c:v>43917</c:v>
                </c:pt>
                <c:pt idx="194">
                  <c:v>43916</c:v>
                </c:pt>
                <c:pt idx="195">
                  <c:v>43915</c:v>
                </c:pt>
                <c:pt idx="196">
                  <c:v>43914</c:v>
                </c:pt>
                <c:pt idx="197">
                  <c:v>43913</c:v>
                </c:pt>
                <c:pt idx="198">
                  <c:v>43910</c:v>
                </c:pt>
                <c:pt idx="199">
                  <c:v>43909</c:v>
                </c:pt>
                <c:pt idx="200">
                  <c:v>43908</c:v>
                </c:pt>
                <c:pt idx="201">
                  <c:v>43907</c:v>
                </c:pt>
                <c:pt idx="202">
                  <c:v>43906</c:v>
                </c:pt>
                <c:pt idx="203">
                  <c:v>43903</c:v>
                </c:pt>
                <c:pt idx="204">
                  <c:v>43902</c:v>
                </c:pt>
                <c:pt idx="205">
                  <c:v>43901</c:v>
                </c:pt>
                <c:pt idx="206">
                  <c:v>43900</c:v>
                </c:pt>
                <c:pt idx="207">
                  <c:v>43899</c:v>
                </c:pt>
                <c:pt idx="208">
                  <c:v>43896</c:v>
                </c:pt>
                <c:pt idx="209">
                  <c:v>43895</c:v>
                </c:pt>
                <c:pt idx="210">
                  <c:v>43894</c:v>
                </c:pt>
                <c:pt idx="211">
                  <c:v>43893</c:v>
                </c:pt>
                <c:pt idx="212">
                  <c:v>43892</c:v>
                </c:pt>
                <c:pt idx="213">
                  <c:v>43889</c:v>
                </c:pt>
                <c:pt idx="214">
                  <c:v>43888</c:v>
                </c:pt>
                <c:pt idx="215">
                  <c:v>43887</c:v>
                </c:pt>
                <c:pt idx="216">
                  <c:v>43886</c:v>
                </c:pt>
                <c:pt idx="217">
                  <c:v>43885</c:v>
                </c:pt>
                <c:pt idx="218">
                  <c:v>43882</c:v>
                </c:pt>
                <c:pt idx="219">
                  <c:v>43881</c:v>
                </c:pt>
                <c:pt idx="220">
                  <c:v>43880</c:v>
                </c:pt>
                <c:pt idx="221">
                  <c:v>43879</c:v>
                </c:pt>
                <c:pt idx="222">
                  <c:v>43875</c:v>
                </c:pt>
                <c:pt idx="223">
                  <c:v>43874</c:v>
                </c:pt>
                <c:pt idx="224">
                  <c:v>43873</c:v>
                </c:pt>
                <c:pt idx="225">
                  <c:v>43872</c:v>
                </c:pt>
                <c:pt idx="226">
                  <c:v>43871</c:v>
                </c:pt>
                <c:pt idx="227">
                  <c:v>43868</c:v>
                </c:pt>
                <c:pt idx="228">
                  <c:v>43867</c:v>
                </c:pt>
                <c:pt idx="229">
                  <c:v>43866</c:v>
                </c:pt>
                <c:pt idx="230">
                  <c:v>43865</c:v>
                </c:pt>
                <c:pt idx="231">
                  <c:v>43864</c:v>
                </c:pt>
                <c:pt idx="232">
                  <c:v>43861</c:v>
                </c:pt>
                <c:pt idx="233">
                  <c:v>43860</c:v>
                </c:pt>
                <c:pt idx="234">
                  <c:v>43859</c:v>
                </c:pt>
                <c:pt idx="235">
                  <c:v>43858</c:v>
                </c:pt>
                <c:pt idx="236">
                  <c:v>43857</c:v>
                </c:pt>
                <c:pt idx="237">
                  <c:v>43854</c:v>
                </c:pt>
                <c:pt idx="238">
                  <c:v>43853</c:v>
                </c:pt>
                <c:pt idx="239">
                  <c:v>43852</c:v>
                </c:pt>
                <c:pt idx="240">
                  <c:v>43851</c:v>
                </c:pt>
                <c:pt idx="241">
                  <c:v>43847</c:v>
                </c:pt>
                <c:pt idx="242">
                  <c:v>43846</c:v>
                </c:pt>
                <c:pt idx="243">
                  <c:v>43845</c:v>
                </c:pt>
                <c:pt idx="244">
                  <c:v>43844</c:v>
                </c:pt>
                <c:pt idx="245">
                  <c:v>43843</c:v>
                </c:pt>
                <c:pt idx="246">
                  <c:v>43840</c:v>
                </c:pt>
                <c:pt idx="247">
                  <c:v>43839</c:v>
                </c:pt>
                <c:pt idx="248">
                  <c:v>43838</c:v>
                </c:pt>
                <c:pt idx="249">
                  <c:v>43837</c:v>
                </c:pt>
                <c:pt idx="250">
                  <c:v>43836</c:v>
                </c:pt>
                <c:pt idx="251">
                  <c:v>43833</c:v>
                </c:pt>
                <c:pt idx="252">
                  <c:v>43832</c:v>
                </c:pt>
                <c:pt idx="253">
                  <c:v>43830</c:v>
                </c:pt>
                <c:pt idx="254">
                  <c:v>43829</c:v>
                </c:pt>
                <c:pt idx="255">
                  <c:v>43826</c:v>
                </c:pt>
                <c:pt idx="256">
                  <c:v>43825</c:v>
                </c:pt>
                <c:pt idx="257">
                  <c:v>43823</c:v>
                </c:pt>
                <c:pt idx="258">
                  <c:v>43822</c:v>
                </c:pt>
                <c:pt idx="259">
                  <c:v>43819</c:v>
                </c:pt>
                <c:pt idx="260">
                  <c:v>43818</c:v>
                </c:pt>
                <c:pt idx="261">
                  <c:v>43817</c:v>
                </c:pt>
                <c:pt idx="262">
                  <c:v>43816</c:v>
                </c:pt>
                <c:pt idx="263">
                  <c:v>43815</c:v>
                </c:pt>
                <c:pt idx="264">
                  <c:v>43812</c:v>
                </c:pt>
                <c:pt idx="265">
                  <c:v>43811</c:v>
                </c:pt>
                <c:pt idx="266">
                  <c:v>43810</c:v>
                </c:pt>
                <c:pt idx="267">
                  <c:v>43809</c:v>
                </c:pt>
                <c:pt idx="268">
                  <c:v>43808</c:v>
                </c:pt>
                <c:pt idx="269">
                  <c:v>43805</c:v>
                </c:pt>
                <c:pt idx="270">
                  <c:v>43804</c:v>
                </c:pt>
                <c:pt idx="271">
                  <c:v>43803</c:v>
                </c:pt>
                <c:pt idx="272">
                  <c:v>43802</c:v>
                </c:pt>
                <c:pt idx="273">
                  <c:v>43801</c:v>
                </c:pt>
                <c:pt idx="274">
                  <c:v>43798</c:v>
                </c:pt>
                <c:pt idx="275">
                  <c:v>43796</c:v>
                </c:pt>
                <c:pt idx="276">
                  <c:v>43795</c:v>
                </c:pt>
                <c:pt idx="277">
                  <c:v>43794</c:v>
                </c:pt>
                <c:pt idx="278">
                  <c:v>43791</c:v>
                </c:pt>
                <c:pt idx="279">
                  <c:v>43790</c:v>
                </c:pt>
                <c:pt idx="280">
                  <c:v>43789</c:v>
                </c:pt>
                <c:pt idx="281">
                  <c:v>43788</c:v>
                </c:pt>
                <c:pt idx="282">
                  <c:v>43787</c:v>
                </c:pt>
                <c:pt idx="283">
                  <c:v>43784</c:v>
                </c:pt>
                <c:pt idx="284">
                  <c:v>43783</c:v>
                </c:pt>
                <c:pt idx="285">
                  <c:v>43782</c:v>
                </c:pt>
                <c:pt idx="286">
                  <c:v>43781</c:v>
                </c:pt>
                <c:pt idx="287">
                  <c:v>43780</c:v>
                </c:pt>
                <c:pt idx="288">
                  <c:v>43777</c:v>
                </c:pt>
                <c:pt idx="289">
                  <c:v>43776</c:v>
                </c:pt>
                <c:pt idx="290">
                  <c:v>43775</c:v>
                </c:pt>
                <c:pt idx="291">
                  <c:v>43774</c:v>
                </c:pt>
                <c:pt idx="292">
                  <c:v>43773</c:v>
                </c:pt>
                <c:pt idx="293">
                  <c:v>43770</c:v>
                </c:pt>
                <c:pt idx="294">
                  <c:v>43769</c:v>
                </c:pt>
                <c:pt idx="295">
                  <c:v>43768</c:v>
                </c:pt>
                <c:pt idx="296">
                  <c:v>43767</c:v>
                </c:pt>
                <c:pt idx="297">
                  <c:v>43766</c:v>
                </c:pt>
                <c:pt idx="298">
                  <c:v>43763</c:v>
                </c:pt>
                <c:pt idx="299">
                  <c:v>43762</c:v>
                </c:pt>
                <c:pt idx="300">
                  <c:v>43761</c:v>
                </c:pt>
                <c:pt idx="301">
                  <c:v>43760</c:v>
                </c:pt>
                <c:pt idx="302">
                  <c:v>43759</c:v>
                </c:pt>
                <c:pt idx="303">
                  <c:v>43756</c:v>
                </c:pt>
                <c:pt idx="304">
                  <c:v>43755</c:v>
                </c:pt>
                <c:pt idx="305">
                  <c:v>43754</c:v>
                </c:pt>
                <c:pt idx="306">
                  <c:v>43753</c:v>
                </c:pt>
                <c:pt idx="307">
                  <c:v>43752</c:v>
                </c:pt>
                <c:pt idx="308">
                  <c:v>43749</c:v>
                </c:pt>
                <c:pt idx="309">
                  <c:v>43748</c:v>
                </c:pt>
                <c:pt idx="310">
                  <c:v>43747</c:v>
                </c:pt>
                <c:pt idx="311">
                  <c:v>43746</c:v>
                </c:pt>
                <c:pt idx="312">
                  <c:v>43745</c:v>
                </c:pt>
                <c:pt idx="313">
                  <c:v>43742</c:v>
                </c:pt>
                <c:pt idx="314">
                  <c:v>43741</c:v>
                </c:pt>
                <c:pt idx="315">
                  <c:v>43740</c:v>
                </c:pt>
                <c:pt idx="316">
                  <c:v>43739</c:v>
                </c:pt>
                <c:pt idx="317">
                  <c:v>43738</c:v>
                </c:pt>
                <c:pt idx="318">
                  <c:v>43735</c:v>
                </c:pt>
                <c:pt idx="319">
                  <c:v>43734</c:v>
                </c:pt>
                <c:pt idx="320">
                  <c:v>43733</c:v>
                </c:pt>
                <c:pt idx="321">
                  <c:v>43732</c:v>
                </c:pt>
                <c:pt idx="322">
                  <c:v>43731</c:v>
                </c:pt>
                <c:pt idx="323">
                  <c:v>43728</c:v>
                </c:pt>
                <c:pt idx="324">
                  <c:v>43727</c:v>
                </c:pt>
                <c:pt idx="325">
                  <c:v>43726</c:v>
                </c:pt>
                <c:pt idx="326">
                  <c:v>43725</c:v>
                </c:pt>
                <c:pt idx="327">
                  <c:v>43724</c:v>
                </c:pt>
                <c:pt idx="328">
                  <c:v>43721</c:v>
                </c:pt>
                <c:pt idx="329">
                  <c:v>43720</c:v>
                </c:pt>
                <c:pt idx="330">
                  <c:v>43719</c:v>
                </c:pt>
                <c:pt idx="331">
                  <c:v>43718</c:v>
                </c:pt>
                <c:pt idx="332">
                  <c:v>43717</c:v>
                </c:pt>
                <c:pt idx="333">
                  <c:v>43714</c:v>
                </c:pt>
                <c:pt idx="334">
                  <c:v>43713</c:v>
                </c:pt>
                <c:pt idx="335">
                  <c:v>43712</c:v>
                </c:pt>
                <c:pt idx="336">
                  <c:v>43711</c:v>
                </c:pt>
                <c:pt idx="337">
                  <c:v>43707</c:v>
                </c:pt>
                <c:pt idx="338">
                  <c:v>43706</c:v>
                </c:pt>
                <c:pt idx="339">
                  <c:v>43705</c:v>
                </c:pt>
                <c:pt idx="340">
                  <c:v>43704</c:v>
                </c:pt>
                <c:pt idx="341">
                  <c:v>43703</c:v>
                </c:pt>
                <c:pt idx="342">
                  <c:v>43700</c:v>
                </c:pt>
                <c:pt idx="343">
                  <c:v>43699</c:v>
                </c:pt>
                <c:pt idx="344">
                  <c:v>43698</c:v>
                </c:pt>
                <c:pt idx="345">
                  <c:v>43697</c:v>
                </c:pt>
                <c:pt idx="346">
                  <c:v>43696</c:v>
                </c:pt>
                <c:pt idx="347">
                  <c:v>43693</c:v>
                </c:pt>
                <c:pt idx="348">
                  <c:v>43692</c:v>
                </c:pt>
                <c:pt idx="349">
                  <c:v>43691</c:v>
                </c:pt>
                <c:pt idx="350">
                  <c:v>43690</c:v>
                </c:pt>
                <c:pt idx="351">
                  <c:v>43689</c:v>
                </c:pt>
                <c:pt idx="352">
                  <c:v>43686</c:v>
                </c:pt>
                <c:pt idx="353">
                  <c:v>43685</c:v>
                </c:pt>
                <c:pt idx="354">
                  <c:v>43684</c:v>
                </c:pt>
                <c:pt idx="355">
                  <c:v>43683</c:v>
                </c:pt>
                <c:pt idx="356">
                  <c:v>43682</c:v>
                </c:pt>
                <c:pt idx="357">
                  <c:v>43679</c:v>
                </c:pt>
                <c:pt idx="358">
                  <c:v>43678</c:v>
                </c:pt>
                <c:pt idx="359">
                  <c:v>43677</c:v>
                </c:pt>
                <c:pt idx="360">
                  <c:v>43676</c:v>
                </c:pt>
                <c:pt idx="361">
                  <c:v>43675</c:v>
                </c:pt>
                <c:pt idx="362">
                  <c:v>43672</c:v>
                </c:pt>
                <c:pt idx="363">
                  <c:v>43671</c:v>
                </c:pt>
                <c:pt idx="364">
                  <c:v>43670</c:v>
                </c:pt>
                <c:pt idx="365">
                  <c:v>43669</c:v>
                </c:pt>
                <c:pt idx="366">
                  <c:v>43668</c:v>
                </c:pt>
                <c:pt idx="367">
                  <c:v>43665</c:v>
                </c:pt>
                <c:pt idx="368">
                  <c:v>43664</c:v>
                </c:pt>
                <c:pt idx="369">
                  <c:v>43663</c:v>
                </c:pt>
                <c:pt idx="370">
                  <c:v>43662</c:v>
                </c:pt>
                <c:pt idx="371">
                  <c:v>43661</c:v>
                </c:pt>
                <c:pt idx="372">
                  <c:v>43658</c:v>
                </c:pt>
                <c:pt idx="373">
                  <c:v>43657</c:v>
                </c:pt>
                <c:pt idx="374">
                  <c:v>43656</c:v>
                </c:pt>
                <c:pt idx="375">
                  <c:v>43655</c:v>
                </c:pt>
                <c:pt idx="376">
                  <c:v>43654</c:v>
                </c:pt>
                <c:pt idx="377">
                  <c:v>43651</c:v>
                </c:pt>
                <c:pt idx="378">
                  <c:v>43649</c:v>
                </c:pt>
                <c:pt idx="379">
                  <c:v>43648</c:v>
                </c:pt>
                <c:pt idx="380">
                  <c:v>43647</c:v>
                </c:pt>
                <c:pt idx="381">
                  <c:v>43644</c:v>
                </c:pt>
                <c:pt idx="382">
                  <c:v>43643</c:v>
                </c:pt>
                <c:pt idx="383">
                  <c:v>43642</c:v>
                </c:pt>
                <c:pt idx="384">
                  <c:v>43641</c:v>
                </c:pt>
                <c:pt idx="385">
                  <c:v>43640</c:v>
                </c:pt>
                <c:pt idx="386">
                  <c:v>43637</c:v>
                </c:pt>
                <c:pt idx="387">
                  <c:v>43636</c:v>
                </c:pt>
                <c:pt idx="388">
                  <c:v>43635</c:v>
                </c:pt>
                <c:pt idx="389">
                  <c:v>43634</c:v>
                </c:pt>
                <c:pt idx="390">
                  <c:v>43633</c:v>
                </c:pt>
                <c:pt idx="391">
                  <c:v>43630</c:v>
                </c:pt>
                <c:pt idx="392">
                  <c:v>43629</c:v>
                </c:pt>
                <c:pt idx="393">
                  <c:v>43628</c:v>
                </c:pt>
                <c:pt idx="394">
                  <c:v>43627</c:v>
                </c:pt>
                <c:pt idx="395">
                  <c:v>43626</c:v>
                </c:pt>
                <c:pt idx="396">
                  <c:v>43623</c:v>
                </c:pt>
                <c:pt idx="397">
                  <c:v>43622</c:v>
                </c:pt>
                <c:pt idx="398">
                  <c:v>43621</c:v>
                </c:pt>
                <c:pt idx="399">
                  <c:v>43620</c:v>
                </c:pt>
                <c:pt idx="400">
                  <c:v>43619</c:v>
                </c:pt>
                <c:pt idx="401">
                  <c:v>43616</c:v>
                </c:pt>
                <c:pt idx="402">
                  <c:v>43615</c:v>
                </c:pt>
                <c:pt idx="403">
                  <c:v>43614</c:v>
                </c:pt>
                <c:pt idx="404">
                  <c:v>43613</c:v>
                </c:pt>
                <c:pt idx="405">
                  <c:v>43609</c:v>
                </c:pt>
                <c:pt idx="406">
                  <c:v>43608</c:v>
                </c:pt>
                <c:pt idx="407">
                  <c:v>43607</c:v>
                </c:pt>
                <c:pt idx="408">
                  <c:v>43606</c:v>
                </c:pt>
                <c:pt idx="409">
                  <c:v>43605</c:v>
                </c:pt>
                <c:pt idx="410">
                  <c:v>43602</c:v>
                </c:pt>
                <c:pt idx="411">
                  <c:v>43601</c:v>
                </c:pt>
                <c:pt idx="412">
                  <c:v>43600</c:v>
                </c:pt>
                <c:pt idx="413">
                  <c:v>43599</c:v>
                </c:pt>
                <c:pt idx="414">
                  <c:v>43598</c:v>
                </c:pt>
                <c:pt idx="415">
                  <c:v>43595</c:v>
                </c:pt>
                <c:pt idx="416">
                  <c:v>43594</c:v>
                </c:pt>
                <c:pt idx="417">
                  <c:v>43593</c:v>
                </c:pt>
                <c:pt idx="418">
                  <c:v>43592</c:v>
                </c:pt>
                <c:pt idx="419">
                  <c:v>43591</c:v>
                </c:pt>
                <c:pt idx="420">
                  <c:v>43588</c:v>
                </c:pt>
                <c:pt idx="421">
                  <c:v>43587</c:v>
                </c:pt>
                <c:pt idx="422">
                  <c:v>43586</c:v>
                </c:pt>
                <c:pt idx="423">
                  <c:v>43585</c:v>
                </c:pt>
                <c:pt idx="424">
                  <c:v>43584</c:v>
                </c:pt>
                <c:pt idx="425">
                  <c:v>43581</c:v>
                </c:pt>
                <c:pt idx="426">
                  <c:v>43580</c:v>
                </c:pt>
                <c:pt idx="427">
                  <c:v>43579</c:v>
                </c:pt>
                <c:pt idx="428">
                  <c:v>43578</c:v>
                </c:pt>
                <c:pt idx="429">
                  <c:v>43577</c:v>
                </c:pt>
                <c:pt idx="430">
                  <c:v>43573</c:v>
                </c:pt>
                <c:pt idx="431">
                  <c:v>43572</c:v>
                </c:pt>
                <c:pt idx="432">
                  <c:v>43571</c:v>
                </c:pt>
                <c:pt idx="433">
                  <c:v>43570</c:v>
                </c:pt>
                <c:pt idx="434">
                  <c:v>43567</c:v>
                </c:pt>
                <c:pt idx="435">
                  <c:v>43566</c:v>
                </c:pt>
                <c:pt idx="436">
                  <c:v>43565</c:v>
                </c:pt>
                <c:pt idx="437">
                  <c:v>43564</c:v>
                </c:pt>
                <c:pt idx="438">
                  <c:v>43563</c:v>
                </c:pt>
                <c:pt idx="439">
                  <c:v>43560</c:v>
                </c:pt>
                <c:pt idx="440">
                  <c:v>43559</c:v>
                </c:pt>
                <c:pt idx="441">
                  <c:v>43558</c:v>
                </c:pt>
                <c:pt idx="442">
                  <c:v>43557</c:v>
                </c:pt>
                <c:pt idx="443">
                  <c:v>43556</c:v>
                </c:pt>
                <c:pt idx="444">
                  <c:v>43553</c:v>
                </c:pt>
                <c:pt idx="445">
                  <c:v>43552</c:v>
                </c:pt>
                <c:pt idx="446">
                  <c:v>43551</c:v>
                </c:pt>
                <c:pt idx="447">
                  <c:v>43550</c:v>
                </c:pt>
                <c:pt idx="448">
                  <c:v>43549</c:v>
                </c:pt>
                <c:pt idx="449">
                  <c:v>43546</c:v>
                </c:pt>
                <c:pt idx="450">
                  <c:v>43545</c:v>
                </c:pt>
                <c:pt idx="451">
                  <c:v>43544</c:v>
                </c:pt>
                <c:pt idx="452">
                  <c:v>43543</c:v>
                </c:pt>
                <c:pt idx="453">
                  <c:v>43542</c:v>
                </c:pt>
                <c:pt idx="454">
                  <c:v>43539</c:v>
                </c:pt>
                <c:pt idx="455">
                  <c:v>43538</c:v>
                </c:pt>
                <c:pt idx="456">
                  <c:v>43537</c:v>
                </c:pt>
                <c:pt idx="457">
                  <c:v>43536</c:v>
                </c:pt>
                <c:pt idx="458">
                  <c:v>43535</c:v>
                </c:pt>
                <c:pt idx="459">
                  <c:v>43532</c:v>
                </c:pt>
                <c:pt idx="460">
                  <c:v>43531</c:v>
                </c:pt>
                <c:pt idx="461">
                  <c:v>43530</c:v>
                </c:pt>
                <c:pt idx="462">
                  <c:v>43529</c:v>
                </c:pt>
                <c:pt idx="463">
                  <c:v>43528</c:v>
                </c:pt>
                <c:pt idx="464">
                  <c:v>43525</c:v>
                </c:pt>
                <c:pt idx="465">
                  <c:v>43524</c:v>
                </c:pt>
                <c:pt idx="466">
                  <c:v>43523</c:v>
                </c:pt>
                <c:pt idx="467">
                  <c:v>43522</c:v>
                </c:pt>
                <c:pt idx="468">
                  <c:v>43521</c:v>
                </c:pt>
                <c:pt idx="469">
                  <c:v>43518</c:v>
                </c:pt>
                <c:pt idx="470">
                  <c:v>43517</c:v>
                </c:pt>
                <c:pt idx="471">
                  <c:v>43516</c:v>
                </c:pt>
                <c:pt idx="472">
                  <c:v>43515</c:v>
                </c:pt>
                <c:pt idx="473">
                  <c:v>43511</c:v>
                </c:pt>
                <c:pt idx="474">
                  <c:v>43510</c:v>
                </c:pt>
                <c:pt idx="475">
                  <c:v>43509</c:v>
                </c:pt>
                <c:pt idx="476">
                  <c:v>43508</c:v>
                </c:pt>
                <c:pt idx="477">
                  <c:v>43507</c:v>
                </c:pt>
                <c:pt idx="478">
                  <c:v>43504</c:v>
                </c:pt>
                <c:pt idx="479">
                  <c:v>43503</c:v>
                </c:pt>
                <c:pt idx="480">
                  <c:v>43502</c:v>
                </c:pt>
                <c:pt idx="481">
                  <c:v>43501</c:v>
                </c:pt>
                <c:pt idx="482">
                  <c:v>43500</c:v>
                </c:pt>
                <c:pt idx="483">
                  <c:v>43497</c:v>
                </c:pt>
                <c:pt idx="484">
                  <c:v>43496</c:v>
                </c:pt>
                <c:pt idx="485">
                  <c:v>43495</c:v>
                </c:pt>
                <c:pt idx="486">
                  <c:v>43494</c:v>
                </c:pt>
                <c:pt idx="487">
                  <c:v>43493</c:v>
                </c:pt>
                <c:pt idx="488">
                  <c:v>43490</c:v>
                </c:pt>
                <c:pt idx="489">
                  <c:v>43489</c:v>
                </c:pt>
                <c:pt idx="490">
                  <c:v>43488</c:v>
                </c:pt>
                <c:pt idx="491">
                  <c:v>43487</c:v>
                </c:pt>
                <c:pt idx="492">
                  <c:v>43483</c:v>
                </c:pt>
                <c:pt idx="493">
                  <c:v>43482</c:v>
                </c:pt>
                <c:pt idx="494">
                  <c:v>43481</c:v>
                </c:pt>
                <c:pt idx="495">
                  <c:v>43480</c:v>
                </c:pt>
                <c:pt idx="496">
                  <c:v>43479</c:v>
                </c:pt>
                <c:pt idx="497">
                  <c:v>43476</c:v>
                </c:pt>
                <c:pt idx="498">
                  <c:v>43475</c:v>
                </c:pt>
                <c:pt idx="499">
                  <c:v>43474</c:v>
                </c:pt>
                <c:pt idx="500">
                  <c:v>43473</c:v>
                </c:pt>
                <c:pt idx="501">
                  <c:v>43472</c:v>
                </c:pt>
                <c:pt idx="502">
                  <c:v>43469</c:v>
                </c:pt>
                <c:pt idx="503">
                  <c:v>43468</c:v>
                </c:pt>
                <c:pt idx="504">
                  <c:v>43467</c:v>
                </c:pt>
                <c:pt idx="505">
                  <c:v>43465</c:v>
                </c:pt>
                <c:pt idx="506">
                  <c:v>43462</c:v>
                </c:pt>
                <c:pt idx="507">
                  <c:v>43461</c:v>
                </c:pt>
                <c:pt idx="508">
                  <c:v>43460</c:v>
                </c:pt>
                <c:pt idx="509">
                  <c:v>43458</c:v>
                </c:pt>
                <c:pt idx="510">
                  <c:v>43455</c:v>
                </c:pt>
                <c:pt idx="511">
                  <c:v>43454</c:v>
                </c:pt>
                <c:pt idx="512">
                  <c:v>43453</c:v>
                </c:pt>
                <c:pt idx="513">
                  <c:v>43452</c:v>
                </c:pt>
                <c:pt idx="514">
                  <c:v>43451</c:v>
                </c:pt>
                <c:pt idx="515">
                  <c:v>43448</c:v>
                </c:pt>
                <c:pt idx="516">
                  <c:v>43447</c:v>
                </c:pt>
                <c:pt idx="517">
                  <c:v>43446</c:v>
                </c:pt>
                <c:pt idx="518">
                  <c:v>43445</c:v>
                </c:pt>
                <c:pt idx="519">
                  <c:v>43444</c:v>
                </c:pt>
                <c:pt idx="520">
                  <c:v>43441</c:v>
                </c:pt>
                <c:pt idx="521">
                  <c:v>43440</c:v>
                </c:pt>
                <c:pt idx="522">
                  <c:v>43438</c:v>
                </c:pt>
                <c:pt idx="523">
                  <c:v>43437</c:v>
                </c:pt>
                <c:pt idx="524">
                  <c:v>43434</c:v>
                </c:pt>
                <c:pt idx="525">
                  <c:v>43433</c:v>
                </c:pt>
                <c:pt idx="526">
                  <c:v>43432</c:v>
                </c:pt>
                <c:pt idx="527">
                  <c:v>43431</c:v>
                </c:pt>
                <c:pt idx="528">
                  <c:v>43430</c:v>
                </c:pt>
                <c:pt idx="529">
                  <c:v>43427</c:v>
                </c:pt>
                <c:pt idx="530">
                  <c:v>43425</c:v>
                </c:pt>
                <c:pt idx="531">
                  <c:v>43424</c:v>
                </c:pt>
                <c:pt idx="532">
                  <c:v>43423</c:v>
                </c:pt>
                <c:pt idx="533">
                  <c:v>43420</c:v>
                </c:pt>
                <c:pt idx="534">
                  <c:v>43419</c:v>
                </c:pt>
                <c:pt idx="535">
                  <c:v>43418</c:v>
                </c:pt>
                <c:pt idx="536">
                  <c:v>43417</c:v>
                </c:pt>
                <c:pt idx="537">
                  <c:v>43416</c:v>
                </c:pt>
                <c:pt idx="538">
                  <c:v>43413</c:v>
                </c:pt>
                <c:pt idx="539">
                  <c:v>43412</c:v>
                </c:pt>
                <c:pt idx="540">
                  <c:v>43411</c:v>
                </c:pt>
                <c:pt idx="541">
                  <c:v>43410</c:v>
                </c:pt>
                <c:pt idx="542">
                  <c:v>43409</c:v>
                </c:pt>
                <c:pt idx="543">
                  <c:v>43406</c:v>
                </c:pt>
                <c:pt idx="544">
                  <c:v>43405</c:v>
                </c:pt>
                <c:pt idx="545">
                  <c:v>43404</c:v>
                </c:pt>
                <c:pt idx="546">
                  <c:v>43403</c:v>
                </c:pt>
                <c:pt idx="547">
                  <c:v>43402</c:v>
                </c:pt>
                <c:pt idx="548">
                  <c:v>43399</c:v>
                </c:pt>
                <c:pt idx="549">
                  <c:v>43398</c:v>
                </c:pt>
                <c:pt idx="550">
                  <c:v>43397</c:v>
                </c:pt>
                <c:pt idx="551">
                  <c:v>43396</c:v>
                </c:pt>
                <c:pt idx="552">
                  <c:v>43395</c:v>
                </c:pt>
                <c:pt idx="553">
                  <c:v>43392</c:v>
                </c:pt>
                <c:pt idx="554">
                  <c:v>43391</c:v>
                </c:pt>
                <c:pt idx="555">
                  <c:v>43390</c:v>
                </c:pt>
                <c:pt idx="556">
                  <c:v>43389</c:v>
                </c:pt>
                <c:pt idx="557">
                  <c:v>43388</c:v>
                </c:pt>
                <c:pt idx="558">
                  <c:v>43385</c:v>
                </c:pt>
                <c:pt idx="559">
                  <c:v>43384</c:v>
                </c:pt>
                <c:pt idx="560">
                  <c:v>43383</c:v>
                </c:pt>
                <c:pt idx="561">
                  <c:v>43382</c:v>
                </c:pt>
                <c:pt idx="562">
                  <c:v>43381</c:v>
                </c:pt>
                <c:pt idx="563">
                  <c:v>43378</c:v>
                </c:pt>
                <c:pt idx="564">
                  <c:v>43377</c:v>
                </c:pt>
                <c:pt idx="565">
                  <c:v>43376</c:v>
                </c:pt>
                <c:pt idx="566">
                  <c:v>43375</c:v>
                </c:pt>
                <c:pt idx="567">
                  <c:v>43374</c:v>
                </c:pt>
                <c:pt idx="568">
                  <c:v>43371</c:v>
                </c:pt>
                <c:pt idx="569">
                  <c:v>43370</c:v>
                </c:pt>
                <c:pt idx="570">
                  <c:v>43369</c:v>
                </c:pt>
                <c:pt idx="571">
                  <c:v>43368</c:v>
                </c:pt>
                <c:pt idx="572">
                  <c:v>43367</c:v>
                </c:pt>
                <c:pt idx="573">
                  <c:v>43364</c:v>
                </c:pt>
                <c:pt idx="574">
                  <c:v>43363</c:v>
                </c:pt>
                <c:pt idx="575">
                  <c:v>43362</c:v>
                </c:pt>
                <c:pt idx="576">
                  <c:v>43361</c:v>
                </c:pt>
                <c:pt idx="577">
                  <c:v>43360</c:v>
                </c:pt>
                <c:pt idx="578">
                  <c:v>43357</c:v>
                </c:pt>
                <c:pt idx="579">
                  <c:v>43356</c:v>
                </c:pt>
                <c:pt idx="580">
                  <c:v>43355</c:v>
                </c:pt>
                <c:pt idx="581">
                  <c:v>43354</c:v>
                </c:pt>
                <c:pt idx="582">
                  <c:v>43353</c:v>
                </c:pt>
                <c:pt idx="583">
                  <c:v>43350</c:v>
                </c:pt>
                <c:pt idx="584">
                  <c:v>43349</c:v>
                </c:pt>
                <c:pt idx="585">
                  <c:v>43348</c:v>
                </c:pt>
                <c:pt idx="586">
                  <c:v>43347</c:v>
                </c:pt>
                <c:pt idx="587">
                  <c:v>43343</c:v>
                </c:pt>
                <c:pt idx="588">
                  <c:v>43342</c:v>
                </c:pt>
                <c:pt idx="589">
                  <c:v>43341</c:v>
                </c:pt>
                <c:pt idx="590">
                  <c:v>43340</c:v>
                </c:pt>
                <c:pt idx="591">
                  <c:v>43339</c:v>
                </c:pt>
                <c:pt idx="592">
                  <c:v>43336</c:v>
                </c:pt>
                <c:pt idx="593">
                  <c:v>43335</c:v>
                </c:pt>
                <c:pt idx="594">
                  <c:v>43334</c:v>
                </c:pt>
                <c:pt idx="595">
                  <c:v>43333</c:v>
                </c:pt>
                <c:pt idx="596">
                  <c:v>43332</c:v>
                </c:pt>
                <c:pt idx="597">
                  <c:v>43329</c:v>
                </c:pt>
                <c:pt idx="598">
                  <c:v>43328</c:v>
                </c:pt>
                <c:pt idx="599">
                  <c:v>43327</c:v>
                </c:pt>
                <c:pt idx="600">
                  <c:v>43326</c:v>
                </c:pt>
                <c:pt idx="601">
                  <c:v>43325</c:v>
                </c:pt>
                <c:pt idx="602">
                  <c:v>43322</c:v>
                </c:pt>
                <c:pt idx="603">
                  <c:v>43321</c:v>
                </c:pt>
                <c:pt idx="604">
                  <c:v>43320</c:v>
                </c:pt>
                <c:pt idx="605">
                  <c:v>43319</c:v>
                </c:pt>
                <c:pt idx="606">
                  <c:v>43318</c:v>
                </c:pt>
                <c:pt idx="607">
                  <c:v>43315</c:v>
                </c:pt>
                <c:pt idx="608">
                  <c:v>43314</c:v>
                </c:pt>
                <c:pt idx="609">
                  <c:v>43313</c:v>
                </c:pt>
                <c:pt idx="610">
                  <c:v>43312</c:v>
                </c:pt>
                <c:pt idx="611">
                  <c:v>43311</c:v>
                </c:pt>
                <c:pt idx="612">
                  <c:v>43308</c:v>
                </c:pt>
                <c:pt idx="613">
                  <c:v>43307</c:v>
                </c:pt>
                <c:pt idx="614">
                  <c:v>43306</c:v>
                </c:pt>
                <c:pt idx="615">
                  <c:v>43305</c:v>
                </c:pt>
                <c:pt idx="616">
                  <c:v>43304</c:v>
                </c:pt>
                <c:pt idx="617">
                  <c:v>43301</c:v>
                </c:pt>
                <c:pt idx="618">
                  <c:v>43300</c:v>
                </c:pt>
                <c:pt idx="619">
                  <c:v>43299</c:v>
                </c:pt>
                <c:pt idx="620">
                  <c:v>43298</c:v>
                </c:pt>
                <c:pt idx="621">
                  <c:v>43297</c:v>
                </c:pt>
                <c:pt idx="622">
                  <c:v>43294</c:v>
                </c:pt>
                <c:pt idx="623">
                  <c:v>43293</c:v>
                </c:pt>
                <c:pt idx="624">
                  <c:v>43292</c:v>
                </c:pt>
                <c:pt idx="625">
                  <c:v>43291</c:v>
                </c:pt>
                <c:pt idx="626">
                  <c:v>43290</c:v>
                </c:pt>
                <c:pt idx="627">
                  <c:v>43287</c:v>
                </c:pt>
                <c:pt idx="628">
                  <c:v>43286</c:v>
                </c:pt>
                <c:pt idx="629">
                  <c:v>43284</c:v>
                </c:pt>
                <c:pt idx="630">
                  <c:v>43283</c:v>
                </c:pt>
                <c:pt idx="631">
                  <c:v>43280</c:v>
                </c:pt>
                <c:pt idx="632">
                  <c:v>43279</c:v>
                </c:pt>
                <c:pt idx="633">
                  <c:v>43278</c:v>
                </c:pt>
                <c:pt idx="634">
                  <c:v>43277</c:v>
                </c:pt>
                <c:pt idx="635">
                  <c:v>43276</c:v>
                </c:pt>
                <c:pt idx="636">
                  <c:v>43273</c:v>
                </c:pt>
                <c:pt idx="637">
                  <c:v>43272</c:v>
                </c:pt>
                <c:pt idx="638">
                  <c:v>43271</c:v>
                </c:pt>
                <c:pt idx="639">
                  <c:v>43270</c:v>
                </c:pt>
                <c:pt idx="640">
                  <c:v>43269</c:v>
                </c:pt>
                <c:pt idx="641">
                  <c:v>43266</c:v>
                </c:pt>
                <c:pt idx="642">
                  <c:v>43265</c:v>
                </c:pt>
                <c:pt idx="643">
                  <c:v>43264</c:v>
                </c:pt>
                <c:pt idx="644">
                  <c:v>43263</c:v>
                </c:pt>
                <c:pt idx="645">
                  <c:v>43262</c:v>
                </c:pt>
                <c:pt idx="646">
                  <c:v>43259</c:v>
                </c:pt>
                <c:pt idx="647">
                  <c:v>43258</c:v>
                </c:pt>
                <c:pt idx="648">
                  <c:v>43257</c:v>
                </c:pt>
                <c:pt idx="649">
                  <c:v>43256</c:v>
                </c:pt>
                <c:pt idx="650">
                  <c:v>43255</c:v>
                </c:pt>
                <c:pt idx="651">
                  <c:v>43252</c:v>
                </c:pt>
                <c:pt idx="652">
                  <c:v>43251</c:v>
                </c:pt>
                <c:pt idx="653">
                  <c:v>43250</c:v>
                </c:pt>
                <c:pt idx="654">
                  <c:v>43249</c:v>
                </c:pt>
                <c:pt idx="655">
                  <c:v>43245</c:v>
                </c:pt>
                <c:pt idx="656">
                  <c:v>43244</c:v>
                </c:pt>
                <c:pt idx="657">
                  <c:v>43243</c:v>
                </c:pt>
                <c:pt idx="658">
                  <c:v>43242</c:v>
                </c:pt>
                <c:pt idx="659">
                  <c:v>43241</c:v>
                </c:pt>
                <c:pt idx="660">
                  <c:v>43238</c:v>
                </c:pt>
                <c:pt idx="661">
                  <c:v>43237</c:v>
                </c:pt>
                <c:pt idx="662">
                  <c:v>43236</c:v>
                </c:pt>
                <c:pt idx="663">
                  <c:v>43235</c:v>
                </c:pt>
                <c:pt idx="664">
                  <c:v>43234</c:v>
                </c:pt>
                <c:pt idx="665">
                  <c:v>43231</c:v>
                </c:pt>
                <c:pt idx="666">
                  <c:v>43230</c:v>
                </c:pt>
                <c:pt idx="667">
                  <c:v>43229</c:v>
                </c:pt>
                <c:pt idx="668">
                  <c:v>43228</c:v>
                </c:pt>
                <c:pt idx="669">
                  <c:v>43227</c:v>
                </c:pt>
                <c:pt idx="670">
                  <c:v>43224</c:v>
                </c:pt>
                <c:pt idx="671">
                  <c:v>43223</c:v>
                </c:pt>
                <c:pt idx="672">
                  <c:v>43222</c:v>
                </c:pt>
                <c:pt idx="673">
                  <c:v>43221</c:v>
                </c:pt>
                <c:pt idx="674">
                  <c:v>43220</c:v>
                </c:pt>
                <c:pt idx="675">
                  <c:v>43217</c:v>
                </c:pt>
                <c:pt idx="676">
                  <c:v>43216</c:v>
                </c:pt>
                <c:pt idx="677">
                  <c:v>43215</c:v>
                </c:pt>
                <c:pt idx="678">
                  <c:v>43214</c:v>
                </c:pt>
                <c:pt idx="679">
                  <c:v>43213</c:v>
                </c:pt>
                <c:pt idx="680">
                  <c:v>43210</c:v>
                </c:pt>
                <c:pt idx="681">
                  <c:v>43209</c:v>
                </c:pt>
                <c:pt idx="682">
                  <c:v>43208</c:v>
                </c:pt>
                <c:pt idx="683">
                  <c:v>43207</c:v>
                </c:pt>
                <c:pt idx="684">
                  <c:v>43206</c:v>
                </c:pt>
                <c:pt idx="685">
                  <c:v>43203</c:v>
                </c:pt>
                <c:pt idx="686">
                  <c:v>43202</c:v>
                </c:pt>
                <c:pt idx="687">
                  <c:v>43201</c:v>
                </c:pt>
                <c:pt idx="688">
                  <c:v>43200</c:v>
                </c:pt>
                <c:pt idx="689">
                  <c:v>43199</c:v>
                </c:pt>
                <c:pt idx="690">
                  <c:v>43196</c:v>
                </c:pt>
                <c:pt idx="691">
                  <c:v>43195</c:v>
                </c:pt>
                <c:pt idx="692">
                  <c:v>43194</c:v>
                </c:pt>
                <c:pt idx="693">
                  <c:v>43193</c:v>
                </c:pt>
                <c:pt idx="694">
                  <c:v>43192</c:v>
                </c:pt>
                <c:pt idx="695">
                  <c:v>43188</c:v>
                </c:pt>
                <c:pt idx="696">
                  <c:v>43187</c:v>
                </c:pt>
                <c:pt idx="697">
                  <c:v>43186</c:v>
                </c:pt>
                <c:pt idx="698">
                  <c:v>43185</c:v>
                </c:pt>
                <c:pt idx="699">
                  <c:v>43182</c:v>
                </c:pt>
                <c:pt idx="700">
                  <c:v>43181</c:v>
                </c:pt>
                <c:pt idx="701">
                  <c:v>43180</c:v>
                </c:pt>
                <c:pt idx="702">
                  <c:v>43179</c:v>
                </c:pt>
                <c:pt idx="703">
                  <c:v>43178</c:v>
                </c:pt>
                <c:pt idx="704">
                  <c:v>43175</c:v>
                </c:pt>
                <c:pt idx="705">
                  <c:v>43174</c:v>
                </c:pt>
                <c:pt idx="706">
                  <c:v>43173</c:v>
                </c:pt>
                <c:pt idx="707">
                  <c:v>43172</c:v>
                </c:pt>
                <c:pt idx="708">
                  <c:v>43171</c:v>
                </c:pt>
                <c:pt idx="709">
                  <c:v>43168</c:v>
                </c:pt>
                <c:pt idx="710">
                  <c:v>43167</c:v>
                </c:pt>
                <c:pt idx="711">
                  <c:v>43166</c:v>
                </c:pt>
                <c:pt idx="712">
                  <c:v>43165</c:v>
                </c:pt>
                <c:pt idx="713">
                  <c:v>43164</c:v>
                </c:pt>
                <c:pt idx="714">
                  <c:v>43161</c:v>
                </c:pt>
                <c:pt idx="715">
                  <c:v>43160</c:v>
                </c:pt>
                <c:pt idx="716">
                  <c:v>43159</c:v>
                </c:pt>
                <c:pt idx="717">
                  <c:v>43158</c:v>
                </c:pt>
                <c:pt idx="718">
                  <c:v>43157</c:v>
                </c:pt>
                <c:pt idx="719">
                  <c:v>43154</c:v>
                </c:pt>
                <c:pt idx="720">
                  <c:v>43153</c:v>
                </c:pt>
                <c:pt idx="721">
                  <c:v>43152</c:v>
                </c:pt>
                <c:pt idx="722">
                  <c:v>43151</c:v>
                </c:pt>
                <c:pt idx="723">
                  <c:v>43147</c:v>
                </c:pt>
                <c:pt idx="724">
                  <c:v>43146</c:v>
                </c:pt>
                <c:pt idx="725">
                  <c:v>43145</c:v>
                </c:pt>
                <c:pt idx="726">
                  <c:v>43144</c:v>
                </c:pt>
                <c:pt idx="727">
                  <c:v>43143</c:v>
                </c:pt>
                <c:pt idx="728">
                  <c:v>43140</c:v>
                </c:pt>
                <c:pt idx="729">
                  <c:v>43139</c:v>
                </c:pt>
                <c:pt idx="730">
                  <c:v>43138</c:v>
                </c:pt>
                <c:pt idx="731">
                  <c:v>43137</c:v>
                </c:pt>
                <c:pt idx="732">
                  <c:v>43136</c:v>
                </c:pt>
                <c:pt idx="733">
                  <c:v>43133</c:v>
                </c:pt>
                <c:pt idx="734">
                  <c:v>43132</c:v>
                </c:pt>
                <c:pt idx="735">
                  <c:v>43131</c:v>
                </c:pt>
                <c:pt idx="736">
                  <c:v>43130</c:v>
                </c:pt>
                <c:pt idx="737">
                  <c:v>43129</c:v>
                </c:pt>
                <c:pt idx="738">
                  <c:v>43126</c:v>
                </c:pt>
                <c:pt idx="739">
                  <c:v>43125</c:v>
                </c:pt>
                <c:pt idx="740">
                  <c:v>43124</c:v>
                </c:pt>
                <c:pt idx="741">
                  <c:v>43123</c:v>
                </c:pt>
                <c:pt idx="742">
                  <c:v>43122</c:v>
                </c:pt>
                <c:pt idx="743">
                  <c:v>43119</c:v>
                </c:pt>
                <c:pt idx="744">
                  <c:v>43118</c:v>
                </c:pt>
                <c:pt idx="745">
                  <c:v>43117</c:v>
                </c:pt>
                <c:pt idx="746">
                  <c:v>43116</c:v>
                </c:pt>
                <c:pt idx="747">
                  <c:v>43112</c:v>
                </c:pt>
                <c:pt idx="748">
                  <c:v>43111</c:v>
                </c:pt>
                <c:pt idx="749">
                  <c:v>43110</c:v>
                </c:pt>
                <c:pt idx="750">
                  <c:v>43109</c:v>
                </c:pt>
                <c:pt idx="751">
                  <c:v>43108</c:v>
                </c:pt>
                <c:pt idx="752">
                  <c:v>43105</c:v>
                </c:pt>
                <c:pt idx="753">
                  <c:v>43104</c:v>
                </c:pt>
                <c:pt idx="754">
                  <c:v>43103</c:v>
                </c:pt>
                <c:pt idx="755">
                  <c:v>43102</c:v>
                </c:pt>
              </c:numCache>
            </c:numRef>
          </c:cat>
          <c:val>
            <c:numRef>
              <c:f>prices_sample!$F$2:$F$55406</c:f>
              <c:numCache>
                <c:formatCode>General</c:formatCode>
                <c:ptCount val="756"/>
                <c:pt idx="0">
                  <c:v>235.22332763671801</c:v>
                </c:pt>
                <c:pt idx="1">
                  <c:v>231.593338012695</c:v>
                </c:pt>
                <c:pt idx="2">
                  <c:v>221.99667358398401</c:v>
                </c:pt>
                <c:pt idx="3">
                  <c:v>221.22999572753901</c:v>
                </c:pt>
                <c:pt idx="4">
                  <c:v>220.58999633789</c:v>
                </c:pt>
                <c:pt idx="5">
                  <c:v>215.32666015625</c:v>
                </c:pt>
                <c:pt idx="6">
                  <c:v>213.44667053222599</c:v>
                </c:pt>
                <c:pt idx="7">
                  <c:v>216.61999511718699</c:v>
                </c:pt>
                <c:pt idx="8">
                  <c:v>231.66667175292901</c:v>
                </c:pt>
                <c:pt idx="9">
                  <c:v>218.63333129882801</c:v>
                </c:pt>
                <c:pt idx="10">
                  <c:v>207.58999633789</c:v>
                </c:pt>
                <c:pt idx="11">
                  <c:v>211.08332824707</c:v>
                </c:pt>
                <c:pt idx="12">
                  <c:v>213.27667236328099</c:v>
                </c:pt>
                <c:pt idx="13">
                  <c:v>203.33000183105401</c:v>
                </c:pt>
                <c:pt idx="14">
                  <c:v>209.02333068847599</c:v>
                </c:pt>
                <c:pt idx="15">
                  <c:v>201.49333190917901</c:v>
                </c:pt>
                <c:pt idx="16">
                  <c:v>216.62666320800699</c:v>
                </c:pt>
                <c:pt idx="17">
                  <c:v>213.919998168945</c:v>
                </c:pt>
                <c:pt idx="18">
                  <c:v>199.67999267578099</c:v>
                </c:pt>
                <c:pt idx="19">
                  <c:v>197.79333496093699</c:v>
                </c:pt>
                <c:pt idx="20">
                  <c:v>189.60667419433599</c:v>
                </c:pt>
                <c:pt idx="21">
                  <c:v>194.919998168945</c:v>
                </c:pt>
                <c:pt idx="22">
                  <c:v>189.19999694824199</c:v>
                </c:pt>
                <c:pt idx="23">
                  <c:v>195.253326416015</c:v>
                </c:pt>
                <c:pt idx="24">
                  <c:v>191.33332824707</c:v>
                </c:pt>
                <c:pt idx="25">
                  <c:v>185.12666320800699</c:v>
                </c:pt>
                <c:pt idx="26">
                  <c:v>173.94999694824199</c:v>
                </c:pt>
                <c:pt idx="27">
                  <c:v>163.20333862304599</c:v>
                </c:pt>
                <c:pt idx="28">
                  <c:v>166.42333984375</c:v>
                </c:pt>
                <c:pt idx="29">
                  <c:v>162.21333312988199</c:v>
                </c:pt>
                <c:pt idx="30">
                  <c:v>147.20333862304599</c:v>
                </c:pt>
                <c:pt idx="31">
                  <c:v>136.02999877929599</c:v>
                </c:pt>
                <c:pt idx="32">
                  <c:v>136.16667175292901</c:v>
                </c:pt>
                <c:pt idx="33">
                  <c:v>137.253326416015</c:v>
                </c:pt>
                <c:pt idx="34">
                  <c:v>139.04333496093699</c:v>
                </c:pt>
                <c:pt idx="35">
                  <c:v>136.78666687011699</c:v>
                </c:pt>
                <c:pt idx="36">
                  <c:v>140.419998168945</c:v>
                </c:pt>
                <c:pt idx="37">
                  <c:v>143.31666564941401</c:v>
                </c:pt>
                <c:pt idx="38">
                  <c:v>146.02999877929599</c:v>
                </c:pt>
                <c:pt idx="39">
                  <c:v>140.32666015625</c:v>
                </c:pt>
                <c:pt idx="40">
                  <c:v>141.30000305175699</c:v>
                </c:pt>
                <c:pt idx="41">
                  <c:v>133.503326416015</c:v>
                </c:pt>
                <c:pt idx="42">
                  <c:v>129.34666442871</c:v>
                </c:pt>
                <c:pt idx="43">
                  <c:v>136.94332885742099</c:v>
                </c:pt>
                <c:pt idx="44">
                  <c:v>135.33999633789</c:v>
                </c:pt>
                <c:pt idx="45">
                  <c:v>141.55999755859301</c:v>
                </c:pt>
                <c:pt idx="46">
                  <c:v>140.093338012695</c:v>
                </c:pt>
                <c:pt idx="47">
                  <c:v>140.21000671386699</c:v>
                </c:pt>
                <c:pt idx="48">
                  <c:v>141.92999267578099</c:v>
                </c:pt>
                <c:pt idx="49">
                  <c:v>140.88000488281199</c:v>
                </c:pt>
                <c:pt idx="50">
                  <c:v>140.64666748046801</c:v>
                </c:pt>
                <c:pt idx="51">
                  <c:v>143.61000061035099</c:v>
                </c:pt>
                <c:pt idx="52">
                  <c:v>146.55667114257801</c:v>
                </c:pt>
                <c:pt idx="53">
                  <c:v>149.62666320800699</c:v>
                </c:pt>
                <c:pt idx="54">
                  <c:v>153.76666259765599</c:v>
                </c:pt>
                <c:pt idx="55">
                  <c:v>148.88333129882801</c:v>
                </c:pt>
                <c:pt idx="56">
                  <c:v>147.433334350585</c:v>
                </c:pt>
                <c:pt idx="57">
                  <c:v>144.66667175292901</c:v>
                </c:pt>
                <c:pt idx="58">
                  <c:v>141.97332763671801</c:v>
                </c:pt>
                <c:pt idx="59">
                  <c:v>141.76666259765599</c:v>
                </c:pt>
                <c:pt idx="60">
                  <c:v>137.99333190917901</c:v>
                </c:pt>
                <c:pt idx="61">
                  <c:v>141.89332580566401</c:v>
                </c:pt>
                <c:pt idx="62">
                  <c:v>138.36332702636699</c:v>
                </c:pt>
                <c:pt idx="63">
                  <c:v>149.38667297363199</c:v>
                </c:pt>
                <c:pt idx="64">
                  <c:v>143.003326416015</c:v>
                </c:pt>
                <c:pt idx="65">
                  <c:v>139.69000244140599</c:v>
                </c:pt>
                <c:pt idx="66">
                  <c:v>140.39999389648401</c:v>
                </c:pt>
                <c:pt idx="67">
                  <c:v>135.77999877929599</c:v>
                </c:pt>
                <c:pt idx="68">
                  <c:v>129.26333618164</c:v>
                </c:pt>
                <c:pt idx="69">
                  <c:v>126.786666870117</c:v>
                </c:pt>
                <c:pt idx="70">
                  <c:v>141.41000366210901</c:v>
                </c:pt>
                <c:pt idx="71">
                  <c:v>149.79666137695301</c:v>
                </c:pt>
                <c:pt idx="72">
                  <c:v>147.38333129882801</c:v>
                </c:pt>
                <c:pt idx="73">
                  <c:v>141.14332580566401</c:v>
                </c:pt>
                <c:pt idx="74">
                  <c:v>147.253326416015</c:v>
                </c:pt>
                <c:pt idx="75">
                  <c:v>149.919998168945</c:v>
                </c:pt>
                <c:pt idx="76">
                  <c:v>139.87333679199199</c:v>
                </c:pt>
                <c:pt idx="77">
                  <c:v>124.23999786376901</c:v>
                </c:pt>
                <c:pt idx="78">
                  <c:v>123.77999877929599</c:v>
                </c:pt>
                <c:pt idx="79">
                  <c:v>122.0933303833</c:v>
                </c:pt>
                <c:pt idx="80">
                  <c:v>110.06999969482401</c:v>
                </c:pt>
                <c:pt idx="81">
                  <c:v>139.44000244140599</c:v>
                </c:pt>
                <c:pt idx="82">
                  <c:v>135.66667175292901</c:v>
                </c:pt>
                <c:pt idx="83">
                  <c:v>149.12333679199199</c:v>
                </c:pt>
                <c:pt idx="84">
                  <c:v>158.350006103515</c:v>
                </c:pt>
                <c:pt idx="85">
                  <c:v>166.106674194335</c:v>
                </c:pt>
                <c:pt idx="86">
                  <c:v>147.55999755859301</c:v>
                </c:pt>
                <c:pt idx="87">
                  <c:v>149.25</c:v>
                </c:pt>
                <c:pt idx="88">
                  <c:v>143.544662475585</c:v>
                </c:pt>
                <c:pt idx="89">
                  <c:v>134.88932800292901</c:v>
                </c:pt>
                <c:pt idx="90">
                  <c:v>134.27999877929599</c:v>
                </c:pt>
                <c:pt idx="91">
                  <c:v>136.66532897949199</c:v>
                </c:pt>
                <c:pt idx="92">
                  <c:v>133.45533752441401</c:v>
                </c:pt>
                <c:pt idx="93">
                  <c:v>125.23533630371</c:v>
                </c:pt>
                <c:pt idx="94">
                  <c:v>125.80599975585901</c:v>
                </c:pt>
                <c:pt idx="95">
                  <c:v>122.375999450683</c:v>
                </c:pt>
                <c:pt idx="96">
                  <c:v>110.04733276367099</c:v>
                </c:pt>
                <c:pt idx="97">
                  <c:v>108.06666564941401</c:v>
                </c:pt>
                <c:pt idx="98">
                  <c:v>103.650665283203</c:v>
                </c:pt>
                <c:pt idx="99">
                  <c:v>91.625999450683594</c:v>
                </c:pt>
                <c:pt idx="100">
                  <c:v>94.571334838867202</c:v>
                </c:pt>
                <c:pt idx="101">
                  <c:v>96.847335815429602</c:v>
                </c:pt>
                <c:pt idx="102">
                  <c:v>99.305335998535099</c:v>
                </c:pt>
                <c:pt idx="103">
                  <c:v>99.001335144042898</c:v>
                </c:pt>
                <c:pt idx="104">
                  <c:v>99.133331298828097</c:v>
                </c:pt>
                <c:pt idx="105">
                  <c:v>99</c:v>
                </c:pt>
                <c:pt idx="106">
                  <c:v>95.384002685546804</c:v>
                </c:pt>
                <c:pt idx="107">
                  <c:v>99.166000366210895</c:v>
                </c:pt>
                <c:pt idx="108">
                  <c:v>99.940666198730398</c:v>
                </c:pt>
                <c:pt idx="109">
                  <c:v>98.432670593261705</c:v>
                </c:pt>
                <c:pt idx="110">
                  <c:v>102.639999389648</c:v>
                </c:pt>
                <c:pt idx="111">
                  <c:v>94.466667175292898</c:v>
                </c:pt>
                <c:pt idx="112">
                  <c:v>100.87133026123</c:v>
                </c:pt>
                <c:pt idx="113">
                  <c:v>106.15533447265599</c:v>
                </c:pt>
                <c:pt idx="114">
                  <c:v>104.557334899902</c:v>
                </c:pt>
                <c:pt idx="115">
                  <c:v>109.533332824707</c:v>
                </c:pt>
                <c:pt idx="116">
                  <c:v>100.05599975585901</c:v>
                </c:pt>
                <c:pt idx="117">
                  <c:v>100.042663574218</c:v>
                </c:pt>
                <c:pt idx="118">
                  <c:v>103.067329406738</c:v>
                </c:pt>
                <c:pt idx="119">
                  <c:v>101.120002746582</c:v>
                </c:pt>
                <c:pt idx="120">
                  <c:v>99.804000854492202</c:v>
                </c:pt>
                <c:pt idx="121">
                  <c:v>102.976669311523</c:v>
                </c:pt>
                <c:pt idx="122">
                  <c:v>92.952003479003906</c:v>
                </c:pt>
                <c:pt idx="123">
                  <c:v>91.058670043945298</c:v>
                </c:pt>
                <c:pt idx="124">
                  <c:v>92.657333374023395</c:v>
                </c:pt>
                <c:pt idx="125">
                  <c:v>91.438667297363196</c:v>
                </c:pt>
                <c:pt idx="126">
                  <c:v>1208.66003417968</c:v>
                </c:pt>
                <c:pt idx="127">
                  <c:v>1119.63000488281</c:v>
                </c:pt>
                <c:pt idx="128">
                  <c:v>1079.81005859375</c:v>
                </c:pt>
                <c:pt idx="129">
                  <c:v>1009.34997558593</c:v>
                </c:pt>
                <c:pt idx="130">
                  <c:v>959.739990234375</c:v>
                </c:pt>
                <c:pt idx="131">
                  <c:v>985.97998046875</c:v>
                </c:pt>
                <c:pt idx="132">
                  <c:v>960.84997558593705</c:v>
                </c:pt>
                <c:pt idx="133">
                  <c:v>1001.78002929687</c:v>
                </c:pt>
                <c:pt idx="134">
                  <c:v>994.32000732421795</c:v>
                </c:pt>
                <c:pt idx="135">
                  <c:v>1000.90002441406</c:v>
                </c:pt>
                <c:pt idx="136">
                  <c:v>1003.96002197265</c:v>
                </c:pt>
                <c:pt idx="137">
                  <c:v>991.78997802734295</c:v>
                </c:pt>
                <c:pt idx="138">
                  <c:v>982.13000488281205</c:v>
                </c:pt>
                <c:pt idx="139">
                  <c:v>990.90002441406205</c:v>
                </c:pt>
                <c:pt idx="140">
                  <c:v>935.280029296875</c:v>
                </c:pt>
                <c:pt idx="141">
                  <c:v>972.84002685546795</c:v>
                </c:pt>
                <c:pt idx="142">
                  <c:v>1025.05004882812</c:v>
                </c:pt>
                <c:pt idx="143">
                  <c:v>940.66998291015602</c:v>
                </c:pt>
                <c:pt idx="144">
                  <c:v>949.91998291015602</c:v>
                </c:pt>
                <c:pt idx="145">
                  <c:v>885.65997314453102</c:v>
                </c:pt>
                <c:pt idx="146">
                  <c:v>864.38000488281205</c:v>
                </c:pt>
                <c:pt idx="147">
                  <c:v>882.96002197265602</c:v>
                </c:pt>
                <c:pt idx="148">
                  <c:v>881.55999755859295</c:v>
                </c:pt>
                <c:pt idx="149">
                  <c:v>898.09997558593705</c:v>
                </c:pt>
                <c:pt idx="150">
                  <c:v>835</c:v>
                </c:pt>
                <c:pt idx="151">
                  <c:v>805.80999755859295</c:v>
                </c:pt>
                <c:pt idx="152">
                  <c:v>820.22998046875</c:v>
                </c:pt>
                <c:pt idx="153">
                  <c:v>818.86999511718705</c:v>
                </c:pt>
                <c:pt idx="154">
                  <c:v>816.88000488281205</c:v>
                </c:pt>
                <c:pt idx="155">
                  <c:v>827.59997558593705</c:v>
                </c:pt>
                <c:pt idx="156">
                  <c:v>815.55999755859295</c:v>
                </c:pt>
                <c:pt idx="157">
                  <c:v>808.010009765625</c:v>
                </c:pt>
                <c:pt idx="158">
                  <c:v>813.63000488281205</c:v>
                </c:pt>
                <c:pt idx="159">
                  <c:v>799.16998291015602</c:v>
                </c:pt>
                <c:pt idx="160">
                  <c:v>803.33001708984295</c:v>
                </c:pt>
                <c:pt idx="161">
                  <c:v>790.96002197265602</c:v>
                </c:pt>
                <c:pt idx="162">
                  <c:v>809.40997314453102</c:v>
                </c:pt>
                <c:pt idx="163">
                  <c:v>811.28997802734295</c:v>
                </c:pt>
                <c:pt idx="164">
                  <c:v>819.41998291015602</c:v>
                </c:pt>
                <c:pt idx="165">
                  <c:v>780.03997802734295</c:v>
                </c:pt>
                <c:pt idx="166">
                  <c:v>782.58001708984295</c:v>
                </c:pt>
                <c:pt idx="167">
                  <c:v>768.21002197265602</c:v>
                </c:pt>
                <c:pt idx="168">
                  <c:v>761.19000244140602</c:v>
                </c:pt>
                <c:pt idx="169">
                  <c:v>701.32000732421795</c:v>
                </c:pt>
                <c:pt idx="170">
                  <c:v>781.88000488281205</c:v>
                </c:pt>
                <c:pt idx="171">
                  <c:v>800.510009765625</c:v>
                </c:pt>
                <c:pt idx="172">
                  <c:v>769.11999511718705</c:v>
                </c:pt>
                <c:pt idx="173">
                  <c:v>798.75</c:v>
                </c:pt>
                <c:pt idx="174">
                  <c:v>725.15002441406205</c:v>
                </c:pt>
                <c:pt idx="175">
                  <c:v>705.63000488281205</c:v>
                </c:pt>
                <c:pt idx="176">
                  <c:v>732.10998535156205</c:v>
                </c:pt>
                <c:pt idx="177">
                  <c:v>686.719970703125</c:v>
                </c:pt>
                <c:pt idx="178">
                  <c:v>746.35998535156205</c:v>
                </c:pt>
                <c:pt idx="179">
                  <c:v>753.89001464843705</c:v>
                </c:pt>
                <c:pt idx="180">
                  <c:v>745.21002197265602</c:v>
                </c:pt>
                <c:pt idx="181">
                  <c:v>729.83001708984295</c:v>
                </c:pt>
                <c:pt idx="182">
                  <c:v>709.89001464843705</c:v>
                </c:pt>
                <c:pt idx="183">
                  <c:v>650.95001220703102</c:v>
                </c:pt>
                <c:pt idx="184">
                  <c:v>573</c:v>
                </c:pt>
                <c:pt idx="185">
                  <c:v>548.84002685546795</c:v>
                </c:pt>
                <c:pt idx="186">
                  <c:v>545.45001220703102</c:v>
                </c:pt>
                <c:pt idx="187">
                  <c:v>516.239990234375</c:v>
                </c:pt>
                <c:pt idx="188">
                  <c:v>480.010009765625</c:v>
                </c:pt>
                <c:pt idx="189">
                  <c:v>454.47000122070301</c:v>
                </c:pt>
                <c:pt idx="190">
                  <c:v>481.55999755859301</c:v>
                </c:pt>
                <c:pt idx="191">
                  <c:v>524</c:v>
                </c:pt>
                <c:pt idx="192">
                  <c:v>502.13000488281199</c:v>
                </c:pt>
                <c:pt idx="193">
                  <c:v>514.35998535156205</c:v>
                </c:pt>
                <c:pt idx="194">
                  <c:v>528.15997314453102</c:v>
                </c:pt>
                <c:pt idx="195">
                  <c:v>539.25</c:v>
                </c:pt>
                <c:pt idx="196">
                  <c:v>505</c:v>
                </c:pt>
                <c:pt idx="197">
                  <c:v>434.29000854492102</c:v>
                </c:pt>
                <c:pt idx="198">
                  <c:v>427.52999877929602</c:v>
                </c:pt>
                <c:pt idx="199">
                  <c:v>427.64001464843699</c:v>
                </c:pt>
                <c:pt idx="200">
                  <c:v>361.22000122070301</c:v>
                </c:pt>
                <c:pt idx="201">
                  <c:v>430.20001220703102</c:v>
                </c:pt>
                <c:pt idx="202">
                  <c:v>445.07000732421801</c:v>
                </c:pt>
                <c:pt idx="203">
                  <c:v>546.61999511718705</c:v>
                </c:pt>
                <c:pt idx="204">
                  <c:v>560.54998779296795</c:v>
                </c:pt>
                <c:pt idx="205">
                  <c:v>634.22998046875</c:v>
                </c:pt>
                <c:pt idx="206">
                  <c:v>645.33001708984295</c:v>
                </c:pt>
                <c:pt idx="207">
                  <c:v>608</c:v>
                </c:pt>
                <c:pt idx="208">
                  <c:v>703.47998046875</c:v>
                </c:pt>
                <c:pt idx="209">
                  <c:v>724.53997802734295</c:v>
                </c:pt>
                <c:pt idx="210">
                  <c:v>749.5</c:v>
                </c:pt>
                <c:pt idx="211">
                  <c:v>745.510009765625</c:v>
                </c:pt>
                <c:pt idx="212">
                  <c:v>743.61999511718705</c:v>
                </c:pt>
                <c:pt idx="213">
                  <c:v>667.989990234375</c:v>
                </c:pt>
                <c:pt idx="214">
                  <c:v>679</c:v>
                </c:pt>
                <c:pt idx="215">
                  <c:v>778.79998779296795</c:v>
                </c:pt>
                <c:pt idx="216">
                  <c:v>799.90997314453102</c:v>
                </c:pt>
                <c:pt idx="217">
                  <c:v>833.78997802734295</c:v>
                </c:pt>
                <c:pt idx="218">
                  <c:v>901</c:v>
                </c:pt>
                <c:pt idx="219">
                  <c:v>899.40997314453102</c:v>
                </c:pt>
                <c:pt idx="220">
                  <c:v>917.41998291015602</c:v>
                </c:pt>
                <c:pt idx="221">
                  <c:v>858.40002441406205</c:v>
                </c:pt>
                <c:pt idx="222">
                  <c:v>800.030029296875</c:v>
                </c:pt>
                <c:pt idx="223">
                  <c:v>804</c:v>
                </c:pt>
                <c:pt idx="224">
                  <c:v>767.28997802734295</c:v>
                </c:pt>
                <c:pt idx="225">
                  <c:v>774.38000488281205</c:v>
                </c:pt>
                <c:pt idx="226">
                  <c:v>771.280029296875</c:v>
                </c:pt>
                <c:pt idx="227">
                  <c:v>748.07000732421795</c:v>
                </c:pt>
                <c:pt idx="228">
                  <c:v>748.96002197265602</c:v>
                </c:pt>
                <c:pt idx="229">
                  <c:v>734.70001220703102</c:v>
                </c:pt>
                <c:pt idx="230">
                  <c:v>887.05999755859295</c:v>
                </c:pt>
                <c:pt idx="231">
                  <c:v>780</c:v>
                </c:pt>
                <c:pt idx="232">
                  <c:v>650.57000732421795</c:v>
                </c:pt>
                <c:pt idx="233">
                  <c:v>640.80999755859295</c:v>
                </c:pt>
                <c:pt idx="234">
                  <c:v>580.989990234375</c:v>
                </c:pt>
                <c:pt idx="235">
                  <c:v>566.90002441406205</c:v>
                </c:pt>
                <c:pt idx="236">
                  <c:v>558.02001953125</c:v>
                </c:pt>
                <c:pt idx="237">
                  <c:v>564.82000732421795</c:v>
                </c:pt>
                <c:pt idx="238">
                  <c:v>572.20001220703102</c:v>
                </c:pt>
                <c:pt idx="239">
                  <c:v>569.55999755859295</c:v>
                </c:pt>
                <c:pt idx="240">
                  <c:v>547.20001220703102</c:v>
                </c:pt>
                <c:pt idx="241">
                  <c:v>510.5</c:v>
                </c:pt>
                <c:pt idx="242">
                  <c:v>513.489990234375</c:v>
                </c:pt>
                <c:pt idx="243">
                  <c:v>518.5</c:v>
                </c:pt>
                <c:pt idx="244">
                  <c:v>537.91998291015602</c:v>
                </c:pt>
                <c:pt idx="245">
                  <c:v>524.85998535156205</c:v>
                </c:pt>
                <c:pt idx="246">
                  <c:v>478.14999389648398</c:v>
                </c:pt>
                <c:pt idx="247">
                  <c:v>481.33999633789</c:v>
                </c:pt>
                <c:pt idx="248">
                  <c:v>492.14001464843699</c:v>
                </c:pt>
                <c:pt idx="249">
                  <c:v>469.05999755859301</c:v>
                </c:pt>
                <c:pt idx="250">
                  <c:v>451.54000854492102</c:v>
                </c:pt>
                <c:pt idx="251">
                  <c:v>443.010009765625</c:v>
                </c:pt>
                <c:pt idx="252">
                  <c:v>430.260009765625</c:v>
                </c:pt>
                <c:pt idx="253">
                  <c:v>418.329986572265</c:v>
                </c:pt>
                <c:pt idx="254">
                  <c:v>414.70001220703102</c:v>
                </c:pt>
                <c:pt idx="255">
                  <c:v>430.38000488281199</c:v>
                </c:pt>
                <c:pt idx="256">
                  <c:v>430.94000244140602</c:v>
                </c:pt>
                <c:pt idx="257">
                  <c:v>425.25</c:v>
                </c:pt>
                <c:pt idx="258">
                  <c:v>419.22000122070301</c:v>
                </c:pt>
                <c:pt idx="259">
                  <c:v>405.58999633789</c:v>
                </c:pt>
                <c:pt idx="260">
                  <c:v>404.04000854492102</c:v>
                </c:pt>
                <c:pt idx="261">
                  <c:v>393.14999389648398</c:v>
                </c:pt>
                <c:pt idx="262">
                  <c:v>378.989990234375</c:v>
                </c:pt>
                <c:pt idx="263">
                  <c:v>381.5</c:v>
                </c:pt>
                <c:pt idx="264">
                  <c:v>358.39001464843699</c:v>
                </c:pt>
                <c:pt idx="265">
                  <c:v>359.67999267578102</c:v>
                </c:pt>
                <c:pt idx="266">
                  <c:v>352.70001220703102</c:v>
                </c:pt>
                <c:pt idx="267">
                  <c:v>348.83999633789</c:v>
                </c:pt>
                <c:pt idx="268">
                  <c:v>339.52999877929602</c:v>
                </c:pt>
                <c:pt idx="269">
                  <c:v>335.89001464843699</c:v>
                </c:pt>
                <c:pt idx="270">
                  <c:v>330.36999511718699</c:v>
                </c:pt>
                <c:pt idx="271">
                  <c:v>333.02999877929602</c:v>
                </c:pt>
                <c:pt idx="272">
                  <c:v>336.20001220703102</c:v>
                </c:pt>
                <c:pt idx="273">
                  <c:v>334.86999511718699</c:v>
                </c:pt>
                <c:pt idx="274">
                  <c:v>329.94000244140602</c:v>
                </c:pt>
                <c:pt idx="275">
                  <c:v>331.29000854492102</c:v>
                </c:pt>
                <c:pt idx="276">
                  <c:v>328.92001342773398</c:v>
                </c:pt>
                <c:pt idx="277">
                  <c:v>336.33999633789</c:v>
                </c:pt>
                <c:pt idx="278">
                  <c:v>333.04000854492102</c:v>
                </c:pt>
                <c:pt idx="279">
                  <c:v>354.829986572265</c:v>
                </c:pt>
                <c:pt idx="280">
                  <c:v>352.22000122070301</c:v>
                </c:pt>
                <c:pt idx="281">
                  <c:v>359.51998901367102</c:v>
                </c:pt>
                <c:pt idx="282">
                  <c:v>349.989990234375</c:v>
                </c:pt>
                <c:pt idx="283">
                  <c:v>352.17001342773398</c:v>
                </c:pt>
                <c:pt idx="284">
                  <c:v>349.350006103515</c:v>
                </c:pt>
                <c:pt idx="285">
                  <c:v>346.10998535156199</c:v>
                </c:pt>
                <c:pt idx="286">
                  <c:v>349.92999267578102</c:v>
                </c:pt>
                <c:pt idx="287">
                  <c:v>345.08999633789</c:v>
                </c:pt>
                <c:pt idx="288">
                  <c:v>337.14001464843699</c:v>
                </c:pt>
                <c:pt idx="289">
                  <c:v>335.54000854492102</c:v>
                </c:pt>
                <c:pt idx="290">
                  <c:v>326.579986572265</c:v>
                </c:pt>
                <c:pt idx="291">
                  <c:v>317.22000122070301</c:v>
                </c:pt>
                <c:pt idx="292">
                  <c:v>317.47000122070301</c:v>
                </c:pt>
                <c:pt idx="293">
                  <c:v>313.30999755859301</c:v>
                </c:pt>
                <c:pt idx="294">
                  <c:v>314.92001342773398</c:v>
                </c:pt>
                <c:pt idx="295">
                  <c:v>315.010009765625</c:v>
                </c:pt>
                <c:pt idx="296">
                  <c:v>316.22000122070301</c:v>
                </c:pt>
                <c:pt idx="297">
                  <c:v>327.70999145507801</c:v>
                </c:pt>
                <c:pt idx="298">
                  <c:v>328.13000488281199</c:v>
                </c:pt>
                <c:pt idx="299">
                  <c:v>299.67999267578102</c:v>
                </c:pt>
                <c:pt idx="300">
                  <c:v>254.67999267578099</c:v>
                </c:pt>
                <c:pt idx="301">
                  <c:v>255.58000183105401</c:v>
                </c:pt>
                <c:pt idx="302">
                  <c:v>253.5</c:v>
                </c:pt>
                <c:pt idx="303">
                  <c:v>256.95001220703102</c:v>
                </c:pt>
                <c:pt idx="304">
                  <c:v>261.97000122070301</c:v>
                </c:pt>
                <c:pt idx="305">
                  <c:v>259.75</c:v>
                </c:pt>
                <c:pt idx="306">
                  <c:v>257.89001464843699</c:v>
                </c:pt>
                <c:pt idx="307">
                  <c:v>256.95999145507801</c:v>
                </c:pt>
                <c:pt idx="308">
                  <c:v>247.88999938964801</c:v>
                </c:pt>
                <c:pt idx="309">
                  <c:v>244.74000549316401</c:v>
                </c:pt>
                <c:pt idx="310">
                  <c:v>244.52999877929599</c:v>
                </c:pt>
                <c:pt idx="311">
                  <c:v>240.05000305175699</c:v>
                </c:pt>
                <c:pt idx="312">
                  <c:v>237.72000122070301</c:v>
                </c:pt>
                <c:pt idx="313">
                  <c:v>231.42999267578099</c:v>
                </c:pt>
                <c:pt idx="314">
                  <c:v>233.02999877929599</c:v>
                </c:pt>
                <c:pt idx="315">
                  <c:v>243.13000488281199</c:v>
                </c:pt>
                <c:pt idx="316">
                  <c:v>244.69000244140599</c:v>
                </c:pt>
                <c:pt idx="317">
                  <c:v>240.86999511718699</c:v>
                </c:pt>
                <c:pt idx="318">
                  <c:v>242.13000488281199</c:v>
                </c:pt>
                <c:pt idx="319">
                  <c:v>242.55999755859301</c:v>
                </c:pt>
                <c:pt idx="320">
                  <c:v>228.69999694824199</c:v>
                </c:pt>
                <c:pt idx="321">
                  <c:v>223.21000671386699</c:v>
                </c:pt>
                <c:pt idx="322">
                  <c:v>241.22999572753901</c:v>
                </c:pt>
                <c:pt idx="323">
                  <c:v>240.61999511718699</c:v>
                </c:pt>
                <c:pt idx="324">
                  <c:v>246.600006103515</c:v>
                </c:pt>
                <c:pt idx="325">
                  <c:v>243.49000549316401</c:v>
                </c:pt>
                <c:pt idx="326">
                  <c:v>244.78999328613199</c:v>
                </c:pt>
                <c:pt idx="327">
                  <c:v>242.80999755859301</c:v>
                </c:pt>
                <c:pt idx="328">
                  <c:v>245.19999694824199</c:v>
                </c:pt>
                <c:pt idx="329">
                  <c:v>245.86999511718699</c:v>
                </c:pt>
                <c:pt idx="330">
                  <c:v>247.100006103515</c:v>
                </c:pt>
                <c:pt idx="331">
                  <c:v>235.53999328613199</c:v>
                </c:pt>
                <c:pt idx="332">
                  <c:v>231.78999328613199</c:v>
                </c:pt>
                <c:pt idx="333">
                  <c:v>227.44999694824199</c:v>
                </c:pt>
                <c:pt idx="334">
                  <c:v>229.58000183105401</c:v>
                </c:pt>
                <c:pt idx="335">
                  <c:v>220.67999267578099</c:v>
                </c:pt>
                <c:pt idx="336">
                  <c:v>225.00999450683599</c:v>
                </c:pt>
                <c:pt idx="337">
                  <c:v>225.61000061035099</c:v>
                </c:pt>
                <c:pt idx="338">
                  <c:v>221.71000671386699</c:v>
                </c:pt>
                <c:pt idx="339">
                  <c:v>215.58999633789</c:v>
                </c:pt>
                <c:pt idx="340">
                  <c:v>214.08000183105401</c:v>
                </c:pt>
                <c:pt idx="341">
                  <c:v>215</c:v>
                </c:pt>
                <c:pt idx="342">
                  <c:v>211.39999389648401</c:v>
                </c:pt>
                <c:pt idx="343">
                  <c:v>222.14999389648401</c:v>
                </c:pt>
                <c:pt idx="344">
                  <c:v>220.83000183105401</c:v>
                </c:pt>
                <c:pt idx="345">
                  <c:v>225.86000061035099</c:v>
                </c:pt>
                <c:pt idx="346">
                  <c:v>226.83000183105401</c:v>
                </c:pt>
                <c:pt idx="347">
                  <c:v>219.94000244140599</c:v>
                </c:pt>
                <c:pt idx="348">
                  <c:v>215.63999938964801</c:v>
                </c:pt>
                <c:pt idx="349">
                  <c:v>219.61999511718699</c:v>
                </c:pt>
                <c:pt idx="350">
                  <c:v>235</c:v>
                </c:pt>
                <c:pt idx="351">
                  <c:v>229.00999450683599</c:v>
                </c:pt>
                <c:pt idx="352">
                  <c:v>235.00999450683599</c:v>
                </c:pt>
                <c:pt idx="353">
                  <c:v>238.30000305175699</c:v>
                </c:pt>
                <c:pt idx="354">
                  <c:v>233.419998168945</c:v>
                </c:pt>
                <c:pt idx="355">
                  <c:v>230.75</c:v>
                </c:pt>
                <c:pt idx="356">
                  <c:v>228.32000732421801</c:v>
                </c:pt>
                <c:pt idx="357">
                  <c:v>234.33999633789</c:v>
                </c:pt>
                <c:pt idx="358">
                  <c:v>233.850006103515</c:v>
                </c:pt>
                <c:pt idx="359">
                  <c:v>241.61000061035099</c:v>
                </c:pt>
                <c:pt idx="360">
                  <c:v>242.25999450683599</c:v>
                </c:pt>
                <c:pt idx="361">
                  <c:v>235.77000427246</c:v>
                </c:pt>
                <c:pt idx="362">
                  <c:v>228.03999328613199</c:v>
                </c:pt>
                <c:pt idx="363">
                  <c:v>228.82000732421801</c:v>
                </c:pt>
                <c:pt idx="364">
                  <c:v>264.88000488281199</c:v>
                </c:pt>
                <c:pt idx="365">
                  <c:v>260.17001342773398</c:v>
                </c:pt>
                <c:pt idx="366">
                  <c:v>255.67999267578099</c:v>
                </c:pt>
                <c:pt idx="367">
                  <c:v>258.17999267578102</c:v>
                </c:pt>
                <c:pt idx="368">
                  <c:v>253.53999328613199</c:v>
                </c:pt>
                <c:pt idx="369">
                  <c:v>254.86000061035099</c:v>
                </c:pt>
                <c:pt idx="370">
                  <c:v>252.38000488281199</c:v>
                </c:pt>
                <c:pt idx="371">
                  <c:v>253.5</c:v>
                </c:pt>
                <c:pt idx="372">
                  <c:v>245.08000183105401</c:v>
                </c:pt>
                <c:pt idx="373">
                  <c:v>238.600006103515</c:v>
                </c:pt>
                <c:pt idx="374">
                  <c:v>238.919998168945</c:v>
                </c:pt>
                <c:pt idx="375">
                  <c:v>230.05999755859301</c:v>
                </c:pt>
                <c:pt idx="376">
                  <c:v>230.33999633789</c:v>
                </c:pt>
                <c:pt idx="377">
                  <c:v>233.100006103515</c:v>
                </c:pt>
                <c:pt idx="378">
                  <c:v>234.89999389648401</c:v>
                </c:pt>
                <c:pt idx="379">
                  <c:v>224.55000305175699</c:v>
                </c:pt>
                <c:pt idx="380">
                  <c:v>227.169998168945</c:v>
                </c:pt>
                <c:pt idx="381">
                  <c:v>223.46000671386699</c:v>
                </c:pt>
                <c:pt idx="382">
                  <c:v>222.83999633789</c:v>
                </c:pt>
                <c:pt idx="383">
                  <c:v>219.27000427246</c:v>
                </c:pt>
                <c:pt idx="384">
                  <c:v>219.75999450683599</c:v>
                </c:pt>
                <c:pt idx="385">
                  <c:v>223.63999938964801</c:v>
                </c:pt>
                <c:pt idx="386">
                  <c:v>221.86000061035099</c:v>
                </c:pt>
                <c:pt idx="387">
                  <c:v>219.61999511718699</c:v>
                </c:pt>
                <c:pt idx="388">
                  <c:v>226.42999267578099</c:v>
                </c:pt>
                <c:pt idx="389">
                  <c:v>224.74000549316401</c:v>
                </c:pt>
                <c:pt idx="390">
                  <c:v>225.02999877929599</c:v>
                </c:pt>
                <c:pt idx="391">
                  <c:v>214.919998168945</c:v>
                </c:pt>
                <c:pt idx="392">
                  <c:v>213.91000366210901</c:v>
                </c:pt>
                <c:pt idx="393">
                  <c:v>209.25999450683599</c:v>
                </c:pt>
                <c:pt idx="394">
                  <c:v>217.100006103515</c:v>
                </c:pt>
                <c:pt idx="395">
                  <c:v>212.88000488281199</c:v>
                </c:pt>
                <c:pt idx="396">
                  <c:v>204.5</c:v>
                </c:pt>
                <c:pt idx="397">
                  <c:v>205.94999694824199</c:v>
                </c:pt>
                <c:pt idx="398">
                  <c:v>196.58999633789</c:v>
                </c:pt>
                <c:pt idx="399">
                  <c:v>193.600006103515</c:v>
                </c:pt>
                <c:pt idx="400">
                  <c:v>178.97000122070301</c:v>
                </c:pt>
                <c:pt idx="401">
                  <c:v>185.16000366210901</c:v>
                </c:pt>
                <c:pt idx="402">
                  <c:v>188.22000122070301</c:v>
                </c:pt>
                <c:pt idx="403">
                  <c:v>189.86000061035099</c:v>
                </c:pt>
                <c:pt idx="404">
                  <c:v>188.69999694824199</c:v>
                </c:pt>
                <c:pt idx="405">
                  <c:v>190.63000488281199</c:v>
                </c:pt>
                <c:pt idx="406">
                  <c:v>195.49000549316401</c:v>
                </c:pt>
                <c:pt idx="407">
                  <c:v>192.72999572753901</c:v>
                </c:pt>
                <c:pt idx="408">
                  <c:v>205.08000183105401</c:v>
                </c:pt>
                <c:pt idx="409">
                  <c:v>205.36000061035099</c:v>
                </c:pt>
                <c:pt idx="410">
                  <c:v>211.02999877929599</c:v>
                </c:pt>
                <c:pt idx="411">
                  <c:v>228.33000183105401</c:v>
                </c:pt>
                <c:pt idx="412">
                  <c:v>231.94999694824199</c:v>
                </c:pt>
                <c:pt idx="413">
                  <c:v>232.30999755859301</c:v>
                </c:pt>
                <c:pt idx="414">
                  <c:v>227.00999450683599</c:v>
                </c:pt>
                <c:pt idx="415">
                  <c:v>239.52000427246</c:v>
                </c:pt>
                <c:pt idx="416">
                  <c:v>241.97999572753901</c:v>
                </c:pt>
                <c:pt idx="417">
                  <c:v>244.83999633789</c:v>
                </c:pt>
                <c:pt idx="418">
                  <c:v>247.05999755859301</c:v>
                </c:pt>
                <c:pt idx="419">
                  <c:v>255.33999633789</c:v>
                </c:pt>
                <c:pt idx="420">
                  <c:v>255.02999877929599</c:v>
                </c:pt>
                <c:pt idx="421">
                  <c:v>244.100006103515</c:v>
                </c:pt>
                <c:pt idx="422">
                  <c:v>234.00999450683599</c:v>
                </c:pt>
                <c:pt idx="423">
                  <c:v>238.69000244140599</c:v>
                </c:pt>
                <c:pt idx="424">
                  <c:v>241.47000122070301</c:v>
                </c:pt>
                <c:pt idx="425">
                  <c:v>235.13999938964801</c:v>
                </c:pt>
                <c:pt idx="426">
                  <c:v>247.63000488281199</c:v>
                </c:pt>
                <c:pt idx="427">
                  <c:v>258.66000366210898</c:v>
                </c:pt>
                <c:pt idx="428">
                  <c:v>263.89999389648398</c:v>
                </c:pt>
                <c:pt idx="429">
                  <c:v>262.75</c:v>
                </c:pt>
                <c:pt idx="430">
                  <c:v>273.260009765625</c:v>
                </c:pt>
                <c:pt idx="431">
                  <c:v>271.23001098632801</c:v>
                </c:pt>
                <c:pt idx="432">
                  <c:v>273.35998535156199</c:v>
                </c:pt>
                <c:pt idx="433">
                  <c:v>266.38000488281199</c:v>
                </c:pt>
                <c:pt idx="434">
                  <c:v>267.70001220703102</c:v>
                </c:pt>
                <c:pt idx="435">
                  <c:v>268.42001342773398</c:v>
                </c:pt>
                <c:pt idx="436">
                  <c:v>276.05999755859301</c:v>
                </c:pt>
                <c:pt idx="437">
                  <c:v>272.30999755859301</c:v>
                </c:pt>
                <c:pt idx="438">
                  <c:v>273.20001220703102</c:v>
                </c:pt>
                <c:pt idx="439">
                  <c:v>274.95999145507801</c:v>
                </c:pt>
                <c:pt idx="440">
                  <c:v>267.77999877929602</c:v>
                </c:pt>
                <c:pt idx="441">
                  <c:v>291.80999755859301</c:v>
                </c:pt>
                <c:pt idx="442">
                  <c:v>285.88000488281199</c:v>
                </c:pt>
                <c:pt idx="443">
                  <c:v>289.17999267578102</c:v>
                </c:pt>
                <c:pt idx="444">
                  <c:v>279.85998535156199</c:v>
                </c:pt>
                <c:pt idx="445">
                  <c:v>278.61999511718699</c:v>
                </c:pt>
                <c:pt idx="446">
                  <c:v>274.829986572265</c:v>
                </c:pt>
                <c:pt idx="447">
                  <c:v>267.76998901367102</c:v>
                </c:pt>
                <c:pt idx="448">
                  <c:v>260.42001342773398</c:v>
                </c:pt>
                <c:pt idx="449">
                  <c:v>264.52999877929602</c:v>
                </c:pt>
                <c:pt idx="450">
                  <c:v>274.01998901367102</c:v>
                </c:pt>
                <c:pt idx="451">
                  <c:v>273.600006103515</c:v>
                </c:pt>
                <c:pt idx="452">
                  <c:v>267.47000122070301</c:v>
                </c:pt>
                <c:pt idx="453">
                  <c:v>269.489990234375</c:v>
                </c:pt>
                <c:pt idx="454">
                  <c:v>275.42999267578102</c:v>
                </c:pt>
                <c:pt idx="455">
                  <c:v>289.95999145507801</c:v>
                </c:pt>
                <c:pt idx="456">
                  <c:v>288.95999145507801</c:v>
                </c:pt>
                <c:pt idx="457">
                  <c:v>283.35998535156199</c:v>
                </c:pt>
                <c:pt idx="458">
                  <c:v>290.92001342773398</c:v>
                </c:pt>
                <c:pt idx="459">
                  <c:v>284.14001464843699</c:v>
                </c:pt>
                <c:pt idx="460">
                  <c:v>276.58999633789</c:v>
                </c:pt>
                <c:pt idx="461">
                  <c:v>276.239990234375</c:v>
                </c:pt>
                <c:pt idx="462">
                  <c:v>276.54000854492102</c:v>
                </c:pt>
                <c:pt idx="463">
                  <c:v>285.35998535156199</c:v>
                </c:pt>
                <c:pt idx="464">
                  <c:v>294.79000854492102</c:v>
                </c:pt>
                <c:pt idx="465">
                  <c:v>319.88000488281199</c:v>
                </c:pt>
                <c:pt idx="466">
                  <c:v>314.739990234375</c:v>
                </c:pt>
                <c:pt idx="467">
                  <c:v>297.85998535156199</c:v>
                </c:pt>
                <c:pt idx="468">
                  <c:v>298.76998901367102</c:v>
                </c:pt>
                <c:pt idx="469">
                  <c:v>294.70999145507801</c:v>
                </c:pt>
                <c:pt idx="470">
                  <c:v>291.23001098632801</c:v>
                </c:pt>
                <c:pt idx="471">
                  <c:v>302.55999755859301</c:v>
                </c:pt>
                <c:pt idx="472">
                  <c:v>305.64001464843699</c:v>
                </c:pt>
                <c:pt idx="473">
                  <c:v>307.88000488281199</c:v>
                </c:pt>
                <c:pt idx="474">
                  <c:v>303.76998901367102</c:v>
                </c:pt>
                <c:pt idx="475">
                  <c:v>308.17001342773398</c:v>
                </c:pt>
                <c:pt idx="476">
                  <c:v>311.80999755859301</c:v>
                </c:pt>
                <c:pt idx="477">
                  <c:v>312.83999633789</c:v>
                </c:pt>
                <c:pt idx="478">
                  <c:v>305.79998779296801</c:v>
                </c:pt>
                <c:pt idx="479">
                  <c:v>307.510009765625</c:v>
                </c:pt>
                <c:pt idx="480">
                  <c:v>317.22000122070301</c:v>
                </c:pt>
                <c:pt idx="481">
                  <c:v>321.350006103515</c:v>
                </c:pt>
                <c:pt idx="482">
                  <c:v>312.89001464843699</c:v>
                </c:pt>
                <c:pt idx="483">
                  <c:v>312.20999145507801</c:v>
                </c:pt>
                <c:pt idx="484">
                  <c:v>307.01998901367102</c:v>
                </c:pt>
                <c:pt idx="485">
                  <c:v>308.76998901367102</c:v>
                </c:pt>
                <c:pt idx="486">
                  <c:v>297.45999145507801</c:v>
                </c:pt>
                <c:pt idx="487">
                  <c:v>296.38000488281199</c:v>
                </c:pt>
                <c:pt idx="488">
                  <c:v>297.04000854492102</c:v>
                </c:pt>
                <c:pt idx="489">
                  <c:v>291.510009765625</c:v>
                </c:pt>
                <c:pt idx="490">
                  <c:v>287.58999633789</c:v>
                </c:pt>
                <c:pt idx="491">
                  <c:v>298.92001342773398</c:v>
                </c:pt>
                <c:pt idx="492">
                  <c:v>302.260009765625</c:v>
                </c:pt>
                <c:pt idx="493">
                  <c:v>347.30999755859301</c:v>
                </c:pt>
                <c:pt idx="494">
                  <c:v>346.04998779296801</c:v>
                </c:pt>
                <c:pt idx="495">
                  <c:v>344.42999267578102</c:v>
                </c:pt>
                <c:pt idx="496">
                  <c:v>334.39999389648398</c:v>
                </c:pt>
                <c:pt idx="497">
                  <c:v>347.260009765625</c:v>
                </c:pt>
                <c:pt idx="498">
                  <c:v>344.97000122070301</c:v>
                </c:pt>
                <c:pt idx="499">
                  <c:v>338.52999877929602</c:v>
                </c:pt>
                <c:pt idx="500">
                  <c:v>335.350006103515</c:v>
                </c:pt>
                <c:pt idx="501">
                  <c:v>334.95999145507801</c:v>
                </c:pt>
                <c:pt idx="502">
                  <c:v>317.69000244140602</c:v>
                </c:pt>
                <c:pt idx="503">
                  <c:v>300.35998535156199</c:v>
                </c:pt>
                <c:pt idx="504">
                  <c:v>310.11999511718699</c:v>
                </c:pt>
                <c:pt idx="505">
                  <c:v>332.79998779296801</c:v>
                </c:pt>
                <c:pt idx="506">
                  <c:v>333.86999511718699</c:v>
                </c:pt>
                <c:pt idx="507">
                  <c:v>316.13000488281199</c:v>
                </c:pt>
                <c:pt idx="508">
                  <c:v>326.08999633789</c:v>
                </c:pt>
                <c:pt idx="509">
                  <c:v>295.39001464843699</c:v>
                </c:pt>
                <c:pt idx="510">
                  <c:v>319.76998901367102</c:v>
                </c:pt>
                <c:pt idx="511">
                  <c:v>315.38000488281199</c:v>
                </c:pt>
                <c:pt idx="512">
                  <c:v>332.97000122070301</c:v>
                </c:pt>
                <c:pt idx="513">
                  <c:v>337.02999877929602</c:v>
                </c:pt>
                <c:pt idx="514">
                  <c:v>348.42001342773398</c:v>
                </c:pt>
                <c:pt idx="515">
                  <c:v>365.70999145507801</c:v>
                </c:pt>
                <c:pt idx="516">
                  <c:v>376.79000854492102</c:v>
                </c:pt>
                <c:pt idx="517">
                  <c:v>366.600006103515</c:v>
                </c:pt>
                <c:pt idx="518">
                  <c:v>366.760009765625</c:v>
                </c:pt>
                <c:pt idx="519">
                  <c:v>365.14999389648398</c:v>
                </c:pt>
                <c:pt idx="520">
                  <c:v>357.97000122070301</c:v>
                </c:pt>
                <c:pt idx="521">
                  <c:v>363.05999755859301</c:v>
                </c:pt>
                <c:pt idx="522">
                  <c:v>359.70001220703102</c:v>
                </c:pt>
                <c:pt idx="523">
                  <c:v>358.489990234375</c:v>
                </c:pt>
                <c:pt idx="524">
                  <c:v>350.48001098632801</c:v>
                </c:pt>
                <c:pt idx="525">
                  <c:v>341.17001342773398</c:v>
                </c:pt>
                <c:pt idx="526">
                  <c:v>347.86999511718699</c:v>
                </c:pt>
                <c:pt idx="527">
                  <c:v>343.92001342773398</c:v>
                </c:pt>
                <c:pt idx="528">
                  <c:v>346</c:v>
                </c:pt>
                <c:pt idx="529">
                  <c:v>325.829986572265</c:v>
                </c:pt>
                <c:pt idx="530">
                  <c:v>338.19000244140602</c:v>
                </c:pt>
                <c:pt idx="531">
                  <c:v>347.489990234375</c:v>
                </c:pt>
                <c:pt idx="532">
                  <c:v>353.47000122070301</c:v>
                </c:pt>
                <c:pt idx="533">
                  <c:v>354.30999755859301</c:v>
                </c:pt>
                <c:pt idx="534">
                  <c:v>348.44000244140602</c:v>
                </c:pt>
                <c:pt idx="535">
                  <c:v>344</c:v>
                </c:pt>
                <c:pt idx="536">
                  <c:v>338.73001098632801</c:v>
                </c:pt>
                <c:pt idx="537">
                  <c:v>331.27999877929602</c:v>
                </c:pt>
                <c:pt idx="538">
                  <c:v>350.510009765625</c:v>
                </c:pt>
                <c:pt idx="539">
                  <c:v>351.39999389648398</c:v>
                </c:pt>
                <c:pt idx="540">
                  <c:v>348.16000366210898</c:v>
                </c:pt>
                <c:pt idx="541">
                  <c:v>341.05999755859301</c:v>
                </c:pt>
                <c:pt idx="542">
                  <c:v>341.39999389648398</c:v>
                </c:pt>
                <c:pt idx="543">
                  <c:v>346.41000366210898</c:v>
                </c:pt>
                <c:pt idx="544">
                  <c:v>344.27999877929602</c:v>
                </c:pt>
                <c:pt idx="545">
                  <c:v>337.32000732421801</c:v>
                </c:pt>
                <c:pt idx="546">
                  <c:v>329.89999389648398</c:v>
                </c:pt>
                <c:pt idx="547">
                  <c:v>334.850006103515</c:v>
                </c:pt>
                <c:pt idx="548">
                  <c:v>330.89999389648398</c:v>
                </c:pt>
                <c:pt idx="549">
                  <c:v>314.85998535156199</c:v>
                </c:pt>
                <c:pt idx="550">
                  <c:v>288.5</c:v>
                </c:pt>
                <c:pt idx="551">
                  <c:v>294.14001464843699</c:v>
                </c:pt>
                <c:pt idx="552">
                  <c:v>260.95001220703102</c:v>
                </c:pt>
                <c:pt idx="553">
                  <c:v>260</c:v>
                </c:pt>
                <c:pt idx="554">
                  <c:v>263.91000366210898</c:v>
                </c:pt>
                <c:pt idx="555">
                  <c:v>271.77999877929602</c:v>
                </c:pt>
                <c:pt idx="556">
                  <c:v>276.58999633789</c:v>
                </c:pt>
                <c:pt idx="557">
                  <c:v>259.58999633789</c:v>
                </c:pt>
                <c:pt idx="558">
                  <c:v>258.77999877929602</c:v>
                </c:pt>
                <c:pt idx="559">
                  <c:v>252.22999572753901</c:v>
                </c:pt>
                <c:pt idx="560">
                  <c:v>256.88000488281199</c:v>
                </c:pt>
                <c:pt idx="561">
                  <c:v>262.79998779296801</c:v>
                </c:pt>
                <c:pt idx="562">
                  <c:v>250.55999755859301</c:v>
                </c:pt>
                <c:pt idx="563">
                  <c:v>261.95001220703102</c:v>
                </c:pt>
                <c:pt idx="564">
                  <c:v>281.829986572265</c:v>
                </c:pt>
                <c:pt idx="565">
                  <c:v>294.79998779296801</c:v>
                </c:pt>
                <c:pt idx="566">
                  <c:v>301.01998901367102</c:v>
                </c:pt>
                <c:pt idx="567">
                  <c:v>310.70001220703102</c:v>
                </c:pt>
                <c:pt idx="568">
                  <c:v>264.76998901367102</c:v>
                </c:pt>
                <c:pt idx="569">
                  <c:v>307.51998901367102</c:v>
                </c:pt>
                <c:pt idx="570">
                  <c:v>309.579986572265</c:v>
                </c:pt>
                <c:pt idx="571">
                  <c:v>300.989990234375</c:v>
                </c:pt>
                <c:pt idx="572">
                  <c:v>299.67999267578102</c:v>
                </c:pt>
                <c:pt idx="573">
                  <c:v>299.100006103515</c:v>
                </c:pt>
                <c:pt idx="574">
                  <c:v>298.329986572265</c:v>
                </c:pt>
                <c:pt idx="575">
                  <c:v>299.01998901367102</c:v>
                </c:pt>
                <c:pt idx="576">
                  <c:v>284.95999145507801</c:v>
                </c:pt>
                <c:pt idx="577">
                  <c:v>294.83999633789</c:v>
                </c:pt>
                <c:pt idx="578">
                  <c:v>295.20001220703102</c:v>
                </c:pt>
                <c:pt idx="579">
                  <c:v>289.45999145507801</c:v>
                </c:pt>
                <c:pt idx="580">
                  <c:v>290.54000854492102</c:v>
                </c:pt>
                <c:pt idx="581">
                  <c:v>279.44000244140602</c:v>
                </c:pt>
                <c:pt idx="582">
                  <c:v>285.5</c:v>
                </c:pt>
                <c:pt idx="583">
                  <c:v>263.239990234375</c:v>
                </c:pt>
                <c:pt idx="584">
                  <c:v>280.95001220703102</c:v>
                </c:pt>
                <c:pt idx="585">
                  <c:v>280.739990234375</c:v>
                </c:pt>
                <c:pt idx="586">
                  <c:v>288.95001220703102</c:v>
                </c:pt>
                <c:pt idx="587">
                  <c:v>301.66000366210898</c:v>
                </c:pt>
                <c:pt idx="588">
                  <c:v>303.14999389648398</c:v>
                </c:pt>
                <c:pt idx="589">
                  <c:v>305.010009765625</c:v>
                </c:pt>
                <c:pt idx="590">
                  <c:v>311.85998535156199</c:v>
                </c:pt>
                <c:pt idx="591">
                  <c:v>319.26998901367102</c:v>
                </c:pt>
                <c:pt idx="592">
                  <c:v>322.82000732421801</c:v>
                </c:pt>
                <c:pt idx="593">
                  <c:v>320.100006103515</c:v>
                </c:pt>
                <c:pt idx="594">
                  <c:v>321.64001464843699</c:v>
                </c:pt>
                <c:pt idx="595">
                  <c:v>321.89999389648398</c:v>
                </c:pt>
                <c:pt idx="596">
                  <c:v>308.44000244140602</c:v>
                </c:pt>
                <c:pt idx="597">
                  <c:v>305.5</c:v>
                </c:pt>
                <c:pt idx="598">
                  <c:v>335.45001220703102</c:v>
                </c:pt>
                <c:pt idx="599">
                  <c:v>338.69000244140602</c:v>
                </c:pt>
                <c:pt idx="600">
                  <c:v>347.64001464843699</c:v>
                </c:pt>
                <c:pt idx="601">
                  <c:v>356.41000366210898</c:v>
                </c:pt>
                <c:pt idx="602">
                  <c:v>355.489990234375</c:v>
                </c:pt>
                <c:pt idx="603">
                  <c:v>352.45001220703102</c:v>
                </c:pt>
                <c:pt idx="604">
                  <c:v>370.33999633789</c:v>
                </c:pt>
                <c:pt idx="605">
                  <c:v>379.57000732421801</c:v>
                </c:pt>
                <c:pt idx="606">
                  <c:v>341.989990234375</c:v>
                </c:pt>
                <c:pt idx="607">
                  <c:v>348.17001342773398</c:v>
                </c:pt>
                <c:pt idx="608">
                  <c:v>349.54000854492102</c:v>
                </c:pt>
                <c:pt idx="609">
                  <c:v>300.83999633789</c:v>
                </c:pt>
                <c:pt idx="610">
                  <c:v>298.14001464843699</c:v>
                </c:pt>
                <c:pt idx="611">
                  <c:v>290.17001342773398</c:v>
                </c:pt>
                <c:pt idx="612">
                  <c:v>297.17999267578102</c:v>
                </c:pt>
                <c:pt idx="613">
                  <c:v>306.64999389648398</c:v>
                </c:pt>
                <c:pt idx="614">
                  <c:v>308.739990234375</c:v>
                </c:pt>
                <c:pt idx="615">
                  <c:v>297.42999267578102</c:v>
                </c:pt>
                <c:pt idx="616">
                  <c:v>303.20001220703102</c:v>
                </c:pt>
                <c:pt idx="617">
                  <c:v>313.579986572265</c:v>
                </c:pt>
                <c:pt idx="618">
                  <c:v>320.23001098632801</c:v>
                </c:pt>
                <c:pt idx="619">
                  <c:v>323.850006103515</c:v>
                </c:pt>
                <c:pt idx="620">
                  <c:v>322.69000244140602</c:v>
                </c:pt>
                <c:pt idx="621">
                  <c:v>310.100006103515</c:v>
                </c:pt>
                <c:pt idx="622">
                  <c:v>318.86999511718699</c:v>
                </c:pt>
                <c:pt idx="623">
                  <c:v>316.70999145507801</c:v>
                </c:pt>
                <c:pt idx="624">
                  <c:v>318.95999145507801</c:v>
                </c:pt>
                <c:pt idx="625">
                  <c:v>322.47000122070301</c:v>
                </c:pt>
                <c:pt idx="626">
                  <c:v>318.510009765625</c:v>
                </c:pt>
                <c:pt idx="627">
                  <c:v>308.89999389648398</c:v>
                </c:pt>
                <c:pt idx="628">
                  <c:v>309.16000366210898</c:v>
                </c:pt>
                <c:pt idx="629">
                  <c:v>310.85998535156199</c:v>
                </c:pt>
                <c:pt idx="630">
                  <c:v>335.07000732421801</c:v>
                </c:pt>
                <c:pt idx="631">
                  <c:v>342.95001220703102</c:v>
                </c:pt>
                <c:pt idx="632">
                  <c:v>349.92999267578102</c:v>
                </c:pt>
                <c:pt idx="633">
                  <c:v>344.5</c:v>
                </c:pt>
                <c:pt idx="634">
                  <c:v>342</c:v>
                </c:pt>
                <c:pt idx="635">
                  <c:v>333.010009765625</c:v>
                </c:pt>
                <c:pt idx="636">
                  <c:v>333.63000488281199</c:v>
                </c:pt>
                <c:pt idx="637">
                  <c:v>347.510009765625</c:v>
                </c:pt>
                <c:pt idx="638">
                  <c:v>362.22000122070301</c:v>
                </c:pt>
                <c:pt idx="639">
                  <c:v>352.54998779296801</c:v>
                </c:pt>
                <c:pt idx="640">
                  <c:v>370.829986572265</c:v>
                </c:pt>
                <c:pt idx="641">
                  <c:v>358.17001342773398</c:v>
                </c:pt>
                <c:pt idx="642">
                  <c:v>357.72000122070301</c:v>
                </c:pt>
                <c:pt idx="643">
                  <c:v>344.77999877929602</c:v>
                </c:pt>
                <c:pt idx="644">
                  <c:v>342.76998901367102</c:v>
                </c:pt>
                <c:pt idx="645">
                  <c:v>332.100006103515</c:v>
                </c:pt>
                <c:pt idx="646">
                  <c:v>317.66000366210898</c:v>
                </c:pt>
                <c:pt idx="647">
                  <c:v>316.08999633789</c:v>
                </c:pt>
                <c:pt idx="648">
                  <c:v>319.5</c:v>
                </c:pt>
                <c:pt idx="649">
                  <c:v>291.13000488281199</c:v>
                </c:pt>
                <c:pt idx="650">
                  <c:v>296.739990234375</c:v>
                </c:pt>
                <c:pt idx="651">
                  <c:v>291.82000732421801</c:v>
                </c:pt>
                <c:pt idx="652">
                  <c:v>284.73001098632801</c:v>
                </c:pt>
                <c:pt idx="653">
                  <c:v>291.72000122070301</c:v>
                </c:pt>
                <c:pt idx="654">
                  <c:v>283.760009765625</c:v>
                </c:pt>
                <c:pt idx="655">
                  <c:v>278.850006103515</c:v>
                </c:pt>
                <c:pt idx="656">
                  <c:v>277.850006103515</c:v>
                </c:pt>
                <c:pt idx="657">
                  <c:v>279.07000732421801</c:v>
                </c:pt>
                <c:pt idx="658">
                  <c:v>275.010009765625</c:v>
                </c:pt>
                <c:pt idx="659">
                  <c:v>284.489990234375</c:v>
                </c:pt>
                <c:pt idx="660">
                  <c:v>276.82000732421801</c:v>
                </c:pt>
                <c:pt idx="661">
                  <c:v>284.54000854492102</c:v>
                </c:pt>
                <c:pt idx="662">
                  <c:v>286.48001098632801</c:v>
                </c:pt>
                <c:pt idx="663">
                  <c:v>284.17999267578102</c:v>
                </c:pt>
                <c:pt idx="664">
                  <c:v>291.97000122070301</c:v>
                </c:pt>
                <c:pt idx="665">
                  <c:v>301.05999755859301</c:v>
                </c:pt>
                <c:pt idx="666">
                  <c:v>305.01998901367102</c:v>
                </c:pt>
                <c:pt idx="667">
                  <c:v>306.850006103515</c:v>
                </c:pt>
                <c:pt idx="668">
                  <c:v>301.97000122070301</c:v>
                </c:pt>
                <c:pt idx="669">
                  <c:v>302.76998901367102</c:v>
                </c:pt>
                <c:pt idx="670">
                  <c:v>294.08999633789</c:v>
                </c:pt>
                <c:pt idx="671">
                  <c:v>284.45001220703102</c:v>
                </c:pt>
                <c:pt idx="672">
                  <c:v>301.14999389648398</c:v>
                </c:pt>
                <c:pt idx="673">
                  <c:v>299.92001342773398</c:v>
                </c:pt>
                <c:pt idx="674">
                  <c:v>293.89999389648398</c:v>
                </c:pt>
                <c:pt idx="675">
                  <c:v>294.079986572265</c:v>
                </c:pt>
                <c:pt idx="676">
                  <c:v>285.48001098632801</c:v>
                </c:pt>
                <c:pt idx="677">
                  <c:v>280.69000244140602</c:v>
                </c:pt>
                <c:pt idx="678">
                  <c:v>283.45999145507801</c:v>
                </c:pt>
                <c:pt idx="679">
                  <c:v>283.36999511718699</c:v>
                </c:pt>
                <c:pt idx="680">
                  <c:v>290.239990234375</c:v>
                </c:pt>
                <c:pt idx="681">
                  <c:v>300.079986572265</c:v>
                </c:pt>
                <c:pt idx="682">
                  <c:v>293.350006103515</c:v>
                </c:pt>
                <c:pt idx="683">
                  <c:v>287.69000244140602</c:v>
                </c:pt>
                <c:pt idx="684">
                  <c:v>291.20999145507801</c:v>
                </c:pt>
                <c:pt idx="685">
                  <c:v>300.33999633789</c:v>
                </c:pt>
                <c:pt idx="686">
                  <c:v>294.079986572265</c:v>
                </c:pt>
                <c:pt idx="687">
                  <c:v>300.92999267578102</c:v>
                </c:pt>
                <c:pt idx="688">
                  <c:v>304.70001220703102</c:v>
                </c:pt>
                <c:pt idx="689">
                  <c:v>289.66000366210898</c:v>
                </c:pt>
                <c:pt idx="690">
                  <c:v>299.29998779296801</c:v>
                </c:pt>
                <c:pt idx="691">
                  <c:v>305.72000122070301</c:v>
                </c:pt>
                <c:pt idx="692">
                  <c:v>286.94000244140602</c:v>
                </c:pt>
                <c:pt idx="693">
                  <c:v>267.52999877929602</c:v>
                </c:pt>
                <c:pt idx="694">
                  <c:v>252.47999572753901</c:v>
                </c:pt>
                <c:pt idx="695">
                  <c:v>266.13000488281199</c:v>
                </c:pt>
                <c:pt idx="696">
                  <c:v>257.77999877929602</c:v>
                </c:pt>
                <c:pt idx="697">
                  <c:v>279.17999267578102</c:v>
                </c:pt>
                <c:pt idx="698">
                  <c:v>304.17999267578102</c:v>
                </c:pt>
                <c:pt idx="699">
                  <c:v>301.54000854492102</c:v>
                </c:pt>
                <c:pt idx="700">
                  <c:v>309.100006103515</c:v>
                </c:pt>
                <c:pt idx="701">
                  <c:v>316.52999877929602</c:v>
                </c:pt>
                <c:pt idx="702">
                  <c:v>310.54998779296801</c:v>
                </c:pt>
                <c:pt idx="703">
                  <c:v>313.55999755859301</c:v>
                </c:pt>
                <c:pt idx="704">
                  <c:v>321.350006103515</c:v>
                </c:pt>
                <c:pt idx="705">
                  <c:v>325.600006103515</c:v>
                </c:pt>
                <c:pt idx="706">
                  <c:v>326.63000488281199</c:v>
                </c:pt>
                <c:pt idx="707">
                  <c:v>341.83999633789</c:v>
                </c:pt>
                <c:pt idx="708">
                  <c:v>345.510009765625</c:v>
                </c:pt>
                <c:pt idx="709">
                  <c:v>327.17001342773398</c:v>
                </c:pt>
                <c:pt idx="710">
                  <c:v>329.100006103515</c:v>
                </c:pt>
                <c:pt idx="711">
                  <c:v>332.29998779296801</c:v>
                </c:pt>
                <c:pt idx="712">
                  <c:v>328.20001220703102</c:v>
                </c:pt>
                <c:pt idx="713">
                  <c:v>333.350006103515</c:v>
                </c:pt>
                <c:pt idx="714">
                  <c:v>335.11999511718699</c:v>
                </c:pt>
                <c:pt idx="715">
                  <c:v>330.92999267578102</c:v>
                </c:pt>
                <c:pt idx="716">
                  <c:v>343.05999755859301</c:v>
                </c:pt>
                <c:pt idx="717">
                  <c:v>350.989990234375</c:v>
                </c:pt>
                <c:pt idx="718">
                  <c:v>357.42001342773398</c:v>
                </c:pt>
                <c:pt idx="719">
                  <c:v>352.04998779296801</c:v>
                </c:pt>
                <c:pt idx="720">
                  <c:v>346.17001342773398</c:v>
                </c:pt>
                <c:pt idx="721">
                  <c:v>333.29998779296801</c:v>
                </c:pt>
                <c:pt idx="722">
                  <c:v>334.76998901367102</c:v>
                </c:pt>
                <c:pt idx="723">
                  <c:v>335.489990234375</c:v>
                </c:pt>
                <c:pt idx="724">
                  <c:v>334.07000732421801</c:v>
                </c:pt>
                <c:pt idx="725">
                  <c:v>322.30999755859301</c:v>
                </c:pt>
                <c:pt idx="726">
                  <c:v>323.66000366210898</c:v>
                </c:pt>
                <c:pt idx="727">
                  <c:v>315.73001098632801</c:v>
                </c:pt>
                <c:pt idx="728">
                  <c:v>310.42001342773398</c:v>
                </c:pt>
                <c:pt idx="729">
                  <c:v>315.23001098632801</c:v>
                </c:pt>
                <c:pt idx="730">
                  <c:v>345</c:v>
                </c:pt>
                <c:pt idx="731">
                  <c:v>333.97000122070301</c:v>
                </c:pt>
                <c:pt idx="732">
                  <c:v>333.13000488281199</c:v>
                </c:pt>
                <c:pt idx="733">
                  <c:v>343.75</c:v>
                </c:pt>
                <c:pt idx="734">
                  <c:v>349.25</c:v>
                </c:pt>
                <c:pt idx="735">
                  <c:v>354.30999755859301</c:v>
                </c:pt>
                <c:pt idx="736">
                  <c:v>345.82000732421801</c:v>
                </c:pt>
                <c:pt idx="737">
                  <c:v>349.52999877929602</c:v>
                </c:pt>
                <c:pt idx="738">
                  <c:v>342.850006103515</c:v>
                </c:pt>
                <c:pt idx="739">
                  <c:v>337.64001464843699</c:v>
                </c:pt>
                <c:pt idx="740">
                  <c:v>345.89001464843699</c:v>
                </c:pt>
                <c:pt idx="741">
                  <c:v>352.79000854492102</c:v>
                </c:pt>
                <c:pt idx="742">
                  <c:v>351.55999755859301</c:v>
                </c:pt>
                <c:pt idx="743">
                  <c:v>350.01998901367102</c:v>
                </c:pt>
                <c:pt idx="744">
                  <c:v>344.57000732421801</c:v>
                </c:pt>
                <c:pt idx="745">
                  <c:v>347.16000366210898</c:v>
                </c:pt>
                <c:pt idx="746">
                  <c:v>340.05999755859301</c:v>
                </c:pt>
                <c:pt idx="747">
                  <c:v>336.22000122070301</c:v>
                </c:pt>
                <c:pt idx="748">
                  <c:v>337.95001220703102</c:v>
                </c:pt>
                <c:pt idx="749">
                  <c:v>334.79998779296801</c:v>
                </c:pt>
                <c:pt idx="750">
                  <c:v>333.69000244140602</c:v>
                </c:pt>
                <c:pt idx="751">
                  <c:v>336.41000366210898</c:v>
                </c:pt>
                <c:pt idx="752">
                  <c:v>316.579986572265</c:v>
                </c:pt>
                <c:pt idx="753">
                  <c:v>314.61999511718699</c:v>
                </c:pt>
                <c:pt idx="754">
                  <c:v>317.25</c:v>
                </c:pt>
                <c:pt idx="755">
                  <c:v>320.52999877929602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9D-4873-87D0-C54B27D69A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42686752"/>
        <c:axId val="1142682592"/>
      </c:lineChart>
      <c:dateAx>
        <c:axId val="1142686752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42682592"/>
        <c:crosses val="autoZero"/>
        <c:auto val="1"/>
        <c:lblOffset val="100"/>
        <c:baseTimeUnit val="days"/>
      </c:dateAx>
      <c:valAx>
        <c:axId val="11426825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4268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Calibri"/>
              </a:defRPr>
            </a:pPr>
            <a:r>
              <a:rPr lang="fr-FR" sz="1400" b="0" i="0" u="none" strike="noStrike" dirty="0">
                <a:solidFill>
                  <a:srgbClr val="1A1A2E"/>
                </a:solidFill>
                <a:latin typeface="Calibri"/>
              </a:rPr>
              <a:t>R² sur le jeu de test (plus proche de 1 = mieux)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(test)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Naïve (0)</c:v>
                </c:pt>
                <c:pt idx="1">
                  <c:v>LSTM</c:v>
                </c:pt>
                <c:pt idx="2">
                  <c:v>Linéaire</c:v>
                </c:pt>
                <c:pt idx="3">
                  <c:v>Random Forest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-8.0999999999999996E-3</c:v>
                </c:pt>
                <c:pt idx="2">
                  <c:v>-1.23E-2</c:v>
                </c:pt>
                <c:pt idx="3">
                  <c:v>-2.0899999999999998E-2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2E-4661-A678-A02D3A9C74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2E"/>
                </a:solidFill>
                <a:latin typeface="Calibri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0000000000000001E-3"/>
          <c:min val="-2.5000000000000001E-2"/>
        </c:scaling>
        <c:delete val="0"/>
        <c:axPos val="l"/>
        <c:majorGridlines>
          <c:spPr>
            <a:ln w="12700" cap="flat">
              <a:solidFill>
                <a:srgbClr val="E4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85"/>
                </a:solidFill>
                <a:latin typeface="Calibri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9048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2 FD IEF — BIG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77440"/>
            <a:ext cx="10332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des médias et de la conjoncture</a:t>
            </a:r>
            <a:endParaRPr lang="en-US" sz="42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 les marchés financiers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de presse (FinBERT), modèle APT et prédiction (LSTM, Random Forest) — S&amp;P 500, 2018–2020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51206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5303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Mathis LE DEAN – Titouan GREE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669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Année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universitaire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questions de départ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860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65960"/>
            <a:ext cx="9601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entreprises réagissent-elles pareil au climat médiatique 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703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703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383280"/>
            <a:ext cx="9601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 effet tient-il une fois qu'on retire le marché et la conjoncture 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120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5120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800600"/>
            <a:ext cx="9601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sentiment de la veille permet-il de prévoir le rendement du lendemain ?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</a:t>
            </a:r>
            <a:r>
              <a:rPr lang="en-US" sz="3200" b="1" dirty="0" err="1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331720"/>
            <a:ext cx="640080" cy="640080"/>
          </a:xfrm>
          <a:prstGeom prst="ellipse">
            <a:avLst/>
          </a:prstGeom>
          <a:solidFill>
            <a:srgbClr val="1B6B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576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transforme chaque titre de presse en un score de sentiment (-1 à +1).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201168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23317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5488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36576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multi-facteurs : isole l'effet du sentiment du marché et de la conjoncture.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0" y="201168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8549640" y="2331720"/>
            <a:ext cx="640080" cy="640080"/>
          </a:xfrm>
          <a:prstGeom prst="ellipse">
            <a:avLst/>
          </a:prstGeom>
          <a:solidFill>
            <a:srgbClr val="A332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4964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Prédiction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36576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LSTM, régression linéaire, Random Forest : le sentiment de la veille prédit-il le lendemain 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CAC 40 au S&amp;P 500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03520" cy="3749040"/>
          </a:xfrm>
          <a:prstGeom prst="roundRect">
            <a:avLst>
              <a:gd name="adj" fmla="val 1951"/>
            </a:avLst>
          </a:prstGeom>
          <a:solidFill>
            <a:srgbClr val="F4F6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A3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INITIAL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346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 40 · 2010–2025 · GDELT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2900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GDELT ne couvre le sentiment que depuis 2013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limitée à 1 requête / 5 secondes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de requête plafonnées à 1 an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2148840"/>
            <a:ext cx="5303520" cy="3749040"/>
          </a:xfrm>
          <a:prstGeom prst="roundRect">
            <a:avLst>
              <a:gd name="adj" fmla="val 1951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RETENU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8346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S&amp;P 500 · 2018–2020 · FNSPID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42900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académique (KDD 2024) déjà collecté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+ articles de presse alignés dans le temps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question de recherche, même méthode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50 </a:t>
            </a:r>
            <a:r>
              <a:rPr lang="en-US" sz="3200" b="1" dirty="0" err="1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entreprises</a:t>
            </a: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à 48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50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grosses capi S&amp;P 500, liste figée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912212" y="1965960"/>
            <a:ext cx="6683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B6B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37126" y="2651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entreprises retenues, base finale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1965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45820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fichier, optimisé analytique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1088136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structurée en 3 tables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480560"/>
          <a:ext cx="10881360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des 48 tickers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OHLCV quotidien, prix ajustés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30 096 lignes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titre + score de sentiment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45 425 lignes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RIGUEUR MÉTHODOLOGIQUE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bug trouvé, et corrigé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FEE2BEF0-4D26-4690-80D3-E69FE5C8AF26}"/>
              </a:ext>
            </a:extLst>
          </p:cNvPr>
          <p:cNvSpPr/>
          <p:nvPr/>
        </p:nvSpPr>
        <p:spPr>
          <a:xfrm>
            <a:off x="5309201" y="2478741"/>
            <a:ext cx="923365" cy="85881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532BD1E-F5AE-4E2F-BF89-B8408AC1E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5347" y="2210781"/>
            <a:ext cx="4323388" cy="2549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6" name="Graphique 15">
            <a:extLst>
              <a:ext uri="{FF2B5EF4-FFF2-40B4-BE49-F238E27FC236}">
                <a16:creationId xmlns:a16="http://schemas.microsoft.com/office/drawing/2014/main" id="{4518210B-82FD-4442-82F0-E16123496A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49123074"/>
              </p:ext>
            </p:extLst>
          </p:nvPr>
        </p:nvGraphicFramePr>
        <p:xfrm>
          <a:off x="432099" y="1965960"/>
          <a:ext cx="6461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FinBERT : du titre au score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BERT généraliste se trompe sur le vocabulaire financier (« miss », « tumble »…). FinBERT est ré-entraîné sur du texte financier anglais.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15322" y="940400"/>
            <a:ext cx="4381500" cy="528469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8292" y="889747"/>
            <a:ext cx="3783106" cy="689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P(positif) − P(négatif)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4B9002E1-C037-40F5-A16C-C409C6C5A3B8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112309" y="2440361"/>
            <a:ext cx="6995832" cy="40346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 APT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 : plusieurs facteurs en même temps, pour isoler l'effet du sentiment de celui du marché et de la conjoncture.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1" y="2514600"/>
            <a:ext cx="11277294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339" y="2776367"/>
            <a:ext cx="12028842" cy="9395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Rendement(i,t) = α(i) + β</a:t>
            </a:r>
            <a:r>
              <a:rPr lang="en-US" sz="1400" b="1" baseline="-40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marché</a:t>
            </a:r>
            <a:r>
              <a:rPr lang="en-US" sz="14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·Marché(t) + β</a:t>
            </a:r>
            <a:r>
              <a:rPr lang="en-US" sz="1400" b="1" baseline="-40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sentiment</a:t>
            </a:r>
            <a:r>
              <a:rPr lang="en-US" sz="14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·Sentiment(i,t) + β</a:t>
            </a:r>
            <a:r>
              <a:rPr lang="en-US" sz="1400" b="1" baseline="-40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taux</a:t>
            </a:r>
            <a:r>
              <a:rPr lang="en-US" sz="14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·Δtaux(t) + β</a:t>
            </a:r>
            <a:r>
              <a:rPr lang="en-US" sz="1400" b="1" baseline="-40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vix</a:t>
            </a:r>
            <a:r>
              <a:rPr lang="en-US" sz="14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·Δvix(t) + ε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519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425196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rendements des 48 entreprises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00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4800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quotidien par entreprise ; jour sans article = neutre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49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taux 10 ans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53492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(DGS10) — anticipations de politique monétaire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8978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VIX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8978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(VIXCLS) — stress / incertitude du marché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— APT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Tesla domine très largement</a:t>
            </a:r>
            <a:endParaRPr lang="en-US" sz="3200" dirty="0"/>
          </a:p>
        </p:txBody>
      </p:sp>
      <p:pic>
        <p:nvPicPr>
          <p:cNvPr id="4" name="Image 0" descr="/mnt/user-data/uploads/1_classement_beta_senti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91640"/>
            <a:ext cx="3730752" cy="4709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103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B6B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0,0446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7889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sentiment de Tesla — 3x le n°2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 / 44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sentiment significatifs (p&lt;0,05)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84632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bêtas de marché valident le modèle indépendamment : valeurs défensives → bêta faible, valeurs tech/cycliques → bêta élevé. Conforme à la théorie classique.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— CAS D'ÉTUDE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Tesla : sentiment et cours, 2018–2020</a:t>
            </a:r>
            <a:endParaRPr lang="en-US" sz="3200" dirty="0"/>
          </a:p>
        </p:txBody>
      </p:sp>
      <p:pic>
        <p:nvPicPr>
          <p:cNvPr id="4" name="Image 0" descr="/mnt/user-data/uploads/2_tesla_sentiment_vs_p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691640"/>
            <a:ext cx="8165592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sentiment suit d'assez près les grandes phases du cours : remontée fin 2019, forte volatilité pendant le krach Covid de mars 2020, puis l'envolée qui suit.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— PRÉDICTION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Aucun modèle ne bat le hasard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sentiment de la veille prédit-il le rendement du lendemain ? Trois familles de modèles testées, même tâche, même découpage chronologique.</a:t>
            </a:r>
            <a:endParaRPr lang="en-US" sz="14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97436877"/>
              </p:ext>
            </p:extLst>
          </p:nvPr>
        </p:nvGraphicFramePr>
        <p:xfrm>
          <a:off x="914400" y="2331720"/>
          <a:ext cx="1033272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la </a:t>
            </a:r>
            <a:r>
              <a:rPr lang="en-US" sz="3200" b="1" dirty="0" err="1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prédiction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B6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EFFICIENT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7744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L'info est intégrée aux prix presque instantanément : lien fort le jour même, nul le lendemain.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73736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1965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A3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CAUSALITÉ INVERSE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37744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titres comme « Broadcom shares are up 4.3% » décrivent un mouvement déjà survenu — la presse ne fait parfois que le rapporter.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251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617720"/>
            <a:ext cx="10881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 presse inégale (Microsoft, Goldman Sachs absentes)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Titres seuls, pas le texte complet des articles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raccourcie (2018–mi 2020)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lien réel le jour même. Aucun pouvoir de prédiction le lendemain.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49040"/>
            <a:ext cx="9326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sentiment de presse explique une partie des rendements du jour, très inégalement selon les entreprises — mais il ne prédit rien sur le lendemain, avec aucun des trois modèles testés. Un résultat cohérent avec un marché qui intègre l'information rapidement.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55778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765</Words>
  <Application>Microsoft Office PowerPoint</Application>
  <PresentationFormat>Grand écran</PresentationFormat>
  <Paragraphs>126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Titouan Gree</cp:lastModifiedBy>
  <cp:revision>18</cp:revision>
  <dcterms:created xsi:type="dcterms:W3CDTF">2026-09-24T21:52:00Z</dcterms:created>
  <dcterms:modified xsi:type="dcterms:W3CDTF">2026-09-25T12:28:00Z</dcterms:modified>
</cp:coreProperties>
</file>